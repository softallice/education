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17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46304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D98E6A"/>
                </a:solidFill>
                <a:latin typeface="Malgun Gothic"/>
              </a:rPr>
              <a:t>Week 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9748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컨테이너 → 쿠버네티스 배포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4800600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4800600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956048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500" b="0">
                <a:solidFill>
                  <a:srgbClr val="3A302A"/>
                </a:solidFill>
                <a:latin typeface="Malgun Gothic"/>
              </a:rPr>
              <a:t>앱은 스스로 살아나야 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50" b="0">
                <a:solidFill>
                  <a:srgbClr val="6B5D52"/>
                </a:solidFill>
                <a:latin typeface="Malgun Gothic"/>
              </a:rPr>
              <a:t>docpilot을 로컬 kind 클러스터에 Deployment + Service로 올리고, Pod를 지워도 스스로 복구되는 것을 눈으로 본다.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Compose(한 대)  →  K8s 배포(복제본 2개 + Service 노출)</a:t>
            </a:r>
            <a:r>
              <a:rPr sz="1200" b="0">
                <a:solidFill>
                  <a:srgbClr val="6B5D52"/>
                </a:solidFill>
                <a:latin typeface="Malgun Gothic"/>
              </a:rPr>
              <a:t>  (+ kind load · 자가치유)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2880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62556"/>
            <a:ext cx="566928" cy="566928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625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193852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오케스트레이터가 왜 필요한가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스케줄링·자가치유·확장을 한 문장으로 설명한다.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62556"/>
            <a:ext cx="566928" cy="566928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625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193852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핵심 오브젝트 관계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Pod / ReplicaSet / Deployment / Service를 그림으로 그린다.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579876"/>
            <a:ext cx="566928" cy="566928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5798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335584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kind + kubectl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로컬 K8s 클러스터를 만들고 상태를 조회한다.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579876"/>
            <a:ext cx="566928" cy="566928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57987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335584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kind load 로 이미지 주입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로컬에서 빌드한 docpilot 이미지를 클러스터에 올린다.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6344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634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4997196"/>
            <a:ext cx="566928" cy="566928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9971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9928" y="477316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Deployment + Service 배포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YAML을 작성·적용하고 port-forward로 접속을 확인한다.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63440"/>
            <a:ext cx="52120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6344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4997196"/>
            <a:ext cx="566928" cy="566928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49971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773168"/>
            <a:ext cx="402336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3A302A"/>
                </a:solidFill>
                <a:latin typeface="Malgun Gothic"/>
              </a:rPr>
              <a:t>확장 · 자가치유 관찰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replica를 조정하고 Pod 삭제 후 복구를 관찰한다.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 · WHY ORCHESTRATOR · CORE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왜 오케스트레이터인가 · 핵심 오브젝트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왜 오케스트레이터인가 — 선언형(declarative)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640080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965960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066543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스케줄링  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여유 노드에 알아서 배치   </a:t>
            </a:r>
            <a:r>
              <a:rPr sz="1150" b="1">
                <a:solidFill>
                  <a:srgbClr val="3A302A"/>
                </a:solidFill>
                <a:latin typeface="Malgun Gothic"/>
              </a:rPr>
              <a:t>자가치유  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죽으면 다시 띄워 N개 유지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확장  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복제본을 늘리고 줄인다.  "어떻게(how)"가 아니라 "결과가 이래야 한다(what)"를 YAML로 선언하면 컨트롤러가 실제 상태를 맞춘다.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00400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20040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55264"/>
            <a:ext cx="60350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Consolas"/>
              </a:rPr>
              <a:t>Pod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   배포의 최소 단위. 컨테이너를 묶고 IP 하나를 가진다 (docpilot 컨테이너 1개).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50208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3950208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60350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Consolas"/>
              </a:rPr>
              <a:t>ReplicaSet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   동일 Pod를 N개 유지. 죽으면 다시 만든다 (docpilot Pod 2개).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00016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700016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754880"/>
            <a:ext cx="60350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Consolas"/>
              </a:rPr>
              <a:t>Deployment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   ReplicaSet 관리 + 버전 롤아웃/롤백. 우리가 직접 다루는 상위 오브젝트.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49824"/>
            <a:ext cx="6400800" cy="685800"/>
          </a:xfrm>
          <a:prstGeom prst="roundRect">
            <a:avLst>
              <a:gd name="adj" fmla="val 12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5449824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603504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Consolas"/>
              </a:rPr>
              <a:t>Service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   여러 Pod 앞의 고정 이름·IP(내부 LB). label selector로 부하 분산.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64592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5D52"/>
                </a:solidFill>
                <a:latin typeface="Malgun Gothic"/>
              </a:rPr>
              <a:t>한눈에 — 오브젝트 관계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965960"/>
            <a:ext cx="4206240" cy="2651760"/>
          </a:xfrm>
          <a:prstGeom prst="roundRect">
            <a:avLst>
              <a:gd name="adj" fmla="val 344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1636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2843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2423160"/>
            <a:ext cx="374903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Deployment  (버전·롤아웃)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└─ ReplicaSet (replicas=2)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     ├─ Pod  (docpilot)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     └─ Pod  (docpilot)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          ↑ IP는 수시로 바뀜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Service (docpilot)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=고정 이름/IP=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F3EAE0"/>
                </a:solidFill>
                <a:latin typeface="Consolas"/>
              </a:rPr>
              <a:t>  --selector app:docpilot--&gt;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9FD8CB"/>
                </a:solidFill>
                <a:latin typeface="Consolas"/>
              </a:rPr>
              <a:t>  위 Pod들에 부하 분산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4754880"/>
            <a:ext cx="4206240" cy="1234440"/>
          </a:xfrm>
          <a:prstGeom prst="roundRect">
            <a:avLst>
              <a:gd name="adj" fmla="val 666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4864608"/>
            <a:ext cx="3794760" cy="10241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왜 Service?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Pod는 언제든 죽고 IP가 바뀐다. Service가 라벨로 Pod를 묶어 '바뀌지 않는 접속 지점'을 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사전 준비 체크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지난주(Week 03) 산출물 + 도구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40280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4028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03120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A302A"/>
                </a:solidFill>
                <a:latin typeface="Malgun Gothic"/>
              </a:rPr>
              <a:t>docpilot 프로젝트 (week02~03 누적)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Consolas"/>
              </a:rPr>
              <a:t>main.py · db.py · requirements.txt · Dockerfile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44368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172968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7296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35808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A302A"/>
                </a:solidFill>
                <a:latin typeface="Malgun Gothic"/>
              </a:rPr>
              <a:t>/ · /health · /documents 동작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/health 는 DB 무관 항상 ok (5주차 헬스체크 토대)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77056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05656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0565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3968496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A302A"/>
                </a:solidFill>
                <a:latin typeface="Malgun Gothic"/>
              </a:rPr>
              <a:t>Docker 데몬 + kubectl + kind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Consolas"/>
              </a:rPr>
              <a:t>docker version · kubectl · kind version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09744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38344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383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01183"/>
            <a:ext cx="4800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3A302A"/>
                </a:solidFill>
                <a:latin typeface="Malgun Gothic"/>
              </a:rPr>
              <a:t>프로젝트 루트에서 실습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Consolas"/>
              </a:rPr>
              <a:t>모든 명령을 docpilot/ 루트에서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도구 설치 확인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11680"/>
            <a:ext cx="4754880" cy="2514600"/>
          </a:xfrm>
          <a:prstGeom prst="roundRect">
            <a:avLst>
              <a:gd name="adj" fmla="val 363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22007" y="2176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78040" y="2176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34071" y="2176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76872" y="2468880"/>
            <a:ext cx="42976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docker version \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 --format '{{.Server.Version}}'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kubectl version --client -o yaml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    | head -5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6D186"/>
                </a:solidFill>
                <a:latin typeface="Consolas"/>
              </a:rPr>
              <a:t>$ kind version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# 세 명령 모두 버전이 나오면 통과.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9FD8CB"/>
                </a:solidFill>
                <a:latin typeface="Consolas"/>
              </a:rPr>
              <a:t># command not found → 설치 필요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4709160"/>
            <a:ext cx="4754880" cy="1234440"/>
          </a:xfrm>
          <a:prstGeom prst="roundRect">
            <a:avLst>
              <a:gd name="adj" fmla="val 6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4709160"/>
            <a:ext cx="128016" cy="123444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4828032"/>
            <a:ext cx="43434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핵심  </a:t>
            </a:r>
            <a:r>
              <a:rPr sz="1150" b="0">
                <a:solidFill>
                  <a:srgbClr val="3A302A"/>
                </a:solidFill>
                <a:latin typeface="Malgun Gothic"/>
              </a:rPr>
              <a:t>이번 주 클러스터에 올릴 이미지를 새로 빌드한다.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현재 코드(version=0.3.0) 기준으로 docpilot:0.3.0 태그.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HANDS-ON · STEP BY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단계별 따라하기 (1~13단계)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83080"/>
            <a:ext cx="2624328" cy="548640"/>
          </a:xfrm>
          <a:prstGeom prst="roundRect">
            <a:avLst>
              <a:gd name="adj" fmla="val 1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56231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1부. 클러스터 준비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514600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606040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① k8s/ + kind-cluster.yaml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8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538728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② kind create cluster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79976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471416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③ get nodes (Ready 확인)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19856" y="1783080"/>
            <a:ext cx="2624328" cy="548640"/>
          </a:xfrm>
          <a:prstGeom prst="roundRect">
            <a:avLst>
              <a:gd name="adj" fmla="val 1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1856231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2부. 이미지 로드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19856" y="2514600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19856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2606040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③ docker build docpilot:0.3.0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9856" y="3447288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19856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538728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④ kind load docker-image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9856" y="4379976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19856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471416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→ imagePullPolicy: IfNotPresent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3912" y="1783080"/>
            <a:ext cx="2624328" cy="548640"/>
          </a:xfrm>
          <a:prstGeom prst="roundRect">
            <a:avLst>
              <a:gd name="adj" fmla="val 1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18504" y="1856231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3부. 배포 · 노출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3912" y="2514600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53912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6" y="2606040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⑤ postgres.yaml (의존 DB)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3912" y="3447288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53912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1656" y="3538728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⑥⑦ deployment + service.yaml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3912" y="4379976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53912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4471416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⑧⑨⑩ apply · get/logs · forward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87968" y="1783080"/>
            <a:ext cx="2624328" cy="548640"/>
          </a:xfrm>
          <a:prstGeom prst="roundRect">
            <a:avLst>
              <a:gd name="adj" fmla="val 1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1856231"/>
            <a:ext cx="2331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4부. 확장 · 자가치유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87968" y="2514600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87968" y="251460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25712" y="2606040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⑪ scale (2→4→2)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7968" y="3447288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87968" y="3447288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5712" y="3538728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⑫ Pod 삭제 → 자가치유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4379976"/>
            <a:ext cx="2624328" cy="822960"/>
          </a:xfrm>
          <a:prstGeom prst="roundRect">
            <a:avLst>
              <a:gd name="adj" fmla="val 10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87968" y="4379976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25712" y="4471416"/>
            <a:ext cx="22585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⑬ (선택) 무중단 감 잡기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5440680"/>
            <a:ext cx="10789920" cy="868680"/>
          </a:xfrm>
          <a:prstGeom prst="roundRect">
            <a:avLst>
              <a:gd name="adj" fmla="val 1052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86968" y="560527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3000" y="560527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99032" y="560527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1832" y="5897880"/>
            <a:ext cx="10332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F6D186"/>
                </a:solidFill>
                <a:latin typeface="Consolas"/>
              </a:rPr>
              <a:t>$ kind create cluster --config k8s/kind-cluster.yaml   # 로컬 K8s 클러스터 'docpilot' 생성 → kubectl 컨텍스트 kind-docpilot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LOCAL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1부 · 로컬 K8s 클러스터 (①~②)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6172200" cy="4480560"/>
          </a:xfrm>
          <a:prstGeom prst="roundRect">
            <a:avLst>
              <a:gd name="adj" fmla="val 204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194560"/>
            <a:ext cx="57150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k8s/kind-cluster.yaml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kind: Cluster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apiVersion: kind.x-k8s.io/v1alpha4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name: docpilot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nodes: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- role: control-plane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kubeadmConfigPatches: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- 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  kind: InitConfiguration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  nodeRegistration: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    kubeletExtraArgs: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      node-labels: "ingress-ready=true"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  extraPortMappings:   # 5주차 Ingress 대비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- containerPort: 80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  hostPort: 80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- containerPort: 443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    hostPort: 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69164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② 클러스터 생성 ·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057400"/>
            <a:ext cx="4434840" cy="2286000"/>
          </a:xfrm>
          <a:prstGeom prst="roundRect">
            <a:avLst>
              <a:gd name="adj" fmla="val 4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42048" y="222199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79" y="222199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54112" y="222199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2514600"/>
            <a:ext cx="39776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mkdir -p k8s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kind create cluster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--config k8s/kind-cluster.yaml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Set kubectl context to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  "kind-docpilot"  ✔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get nodes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docpilot-control-plane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  Ready  control-plane  v1.30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4480560"/>
            <a:ext cx="4434840" cy="1463040"/>
          </a:xfrm>
          <a:prstGeom prst="roundRect">
            <a:avLst>
              <a:gd name="adj" fmla="val 5624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4480560"/>
            <a:ext cx="128016" cy="146304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599432"/>
            <a:ext cx="4023360" cy="12252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왜 포트 매핑을 미리?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호스트 80/443을 노드로 매핑하고 ingress-ready 라벨을 붙이는 건 클러스터 생성 시점에만 지정 가능. 5주차 Ingress 실습에 대비해 지금 넣어 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LOAD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2부 · 이미지 빌드 · kind load (③~④)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빌드  →  ④ 클러스터로 주입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6172200" cy="2880360"/>
          </a:xfrm>
          <a:prstGeom prst="roundRect">
            <a:avLst>
              <a:gd name="adj" fmla="val 317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305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305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305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423160"/>
            <a:ext cx="57150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week03 상태 코드를 0.3.0 태그로 빌드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build -t docpilot:0.3.0 .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images 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docpilot  0.3.0  ...  방금 만든 이미지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로컬 이미지를 클러스터 노드로 복사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kind load docker-image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docpilot:0.3.0 --name 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Image: "docpilot:0.3.0" ... loaded ✔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docker exec -it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docpilot-control-plane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crictl images | grep docpilot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029200"/>
            <a:ext cx="617220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5029200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9784"/>
            <a:ext cx="5806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왜 필요?  </a:t>
            </a:r>
            <a:r>
              <a:rPr sz="1100" b="0">
                <a:solidFill>
                  <a:srgbClr val="3A302A"/>
                </a:solidFill>
                <a:latin typeface="Malgun Gothic"/>
              </a:rPr>
              <a:t>kind 클러스터는 로컬 Docker와 분리된 별도 환경.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로컬 빌드 이미지는 자동으로 안 보인다 → kind load 로 주입.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1645920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이 단계를 빼먹으면?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965960"/>
            <a:ext cx="4434840" cy="1417320"/>
          </a:xfrm>
          <a:prstGeom prst="roundRect">
            <a:avLst>
              <a:gd name="adj" fmla="val 580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084831"/>
            <a:ext cx="40233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⚠ </a:t>
            </a:r>
            <a:r>
              <a:rPr sz="1200" b="1">
                <a:solidFill>
                  <a:srgbClr val="3A302A"/>
                </a:solidFill>
                <a:latin typeface="Consolas"/>
              </a:rPr>
              <a:t>ImagePullBackOff</a:t>
            </a:r>
            <a:r>
              <a:rPr sz="1200" b="1">
                <a:solidFill>
                  <a:srgbClr val="3A302A"/>
                </a:solidFill>
                <a:latin typeface="Malgun Gothic"/>
              </a:rPr>
              <a:t> 발생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K8s가 레지스트리에서 docpilot:0.3.0을 받아오려다 실패하기 때문. 로컬에만 있는 이미지라 못 받는다.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520440"/>
            <a:ext cx="4434840" cy="1463040"/>
          </a:xfrm>
          <a:prstGeom prst="roundRect">
            <a:avLst>
              <a:gd name="adj" fmla="val 625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42048" y="368503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79" y="368503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54112" y="368503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96912" y="3977639"/>
            <a:ext cx="39776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Deployment에 명시할 지시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imagePullPolicy: IfNotPresent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# '로컬에 있으면 받아오지 마'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# → 받아오기 실패 자체를 예방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5120640"/>
            <a:ext cx="4434840" cy="822960"/>
          </a:xfrm>
          <a:prstGeom prst="roundRect">
            <a:avLst>
              <a:gd name="adj" fmla="val 888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0" y="5120640"/>
            <a:ext cx="109728" cy="822960"/>
          </a:xfrm>
          <a:prstGeom prst="roundRect">
            <a:avLst>
              <a:gd name="adj" fmla="val 33333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5212080"/>
            <a:ext cx="4114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참고 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postgres:16-alpine 같은 공개 이미지는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클러스터가 자동으로 받아온다. 로컬 빌드만 kind 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MANIFESTS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3부 · Deployment + Service YAML (⑤~⑦)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⑥ k8s/deployment.yaml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6172200" cy="4343400"/>
          </a:xfrm>
          <a:prstGeom prst="roundRect">
            <a:avLst>
              <a:gd name="adj" fmla="val 210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715000" cy="3794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6D186"/>
                </a:solidFill>
                <a:latin typeface="Consolas"/>
              </a:rPr>
              <a:t>apiVersion: apps/v1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6D186"/>
                </a:solidFill>
                <a:latin typeface="Consolas"/>
              </a:rPr>
              <a:t>kind: Deployment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6D186"/>
                </a:solidFill>
                <a:latin typeface="Consolas"/>
              </a:rPr>
              <a:t>metadata: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name: docpilot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labels: { app: docpilot 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6D186"/>
                </a:solidFill>
                <a:latin typeface="Consolas"/>
              </a:rPr>
              <a:t>spec: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replicas: 2            # Pod 2개 유지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selector: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matchLabels: { app: docpilot 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template: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metadata: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labels: { app: docpilot 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spec: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containers: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- name: docpilot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image: docpilot:0.3.0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6D186"/>
                </a:solidFill>
                <a:latin typeface="Consolas"/>
              </a:rPr>
              <a:t>          imagePullPolicy: IfNotPresent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ports: [ containerPort: 8000 ]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env: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  - name: APP_ENV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    value: "k8s-dev"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  - name: DATABASE_URL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    value: "postgresql+psycopg: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      //docpilot:docpilot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>
                <a:solidFill>
                  <a:srgbClr val="F3EAE0"/>
                </a:solidFill>
                <a:latin typeface="Consolas"/>
              </a:rPr>
              <a:t>                @docpilot-db:5432/docpilot"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627632"/>
            <a:ext cx="4434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⑦ k8s/service.yaml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938528"/>
            <a:ext cx="443484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4204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98079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5411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96912" y="2395728"/>
            <a:ext cx="3977639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apiVersion: v1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kind: Service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metadata: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name: docpilot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6D186"/>
                </a:solidFill>
                <a:latin typeface="Consolas"/>
              </a:rPr>
              <a:t>spec: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selector: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app: docpilot   # 이 라벨 Pod로 분산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ports: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- port: 80        # Service 포트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    targetPort: 8000 # 컨테이너 포트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>
                <a:solidFill>
                  <a:srgbClr val="F3EAE0"/>
                </a:solidFill>
                <a:latin typeface="Consolas"/>
              </a:rPr>
              <a:t>  type: ClusterIP    # 내부 전용 기본형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4407408"/>
            <a:ext cx="4434840" cy="914400"/>
          </a:xfrm>
          <a:prstGeom prst="roundRect">
            <a:avLst>
              <a:gd name="adj" fmla="val 90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0" y="4407408"/>
            <a:ext cx="128016" cy="91440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4498848"/>
            <a:ext cx="4023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⑤ postgres.yaml  </a:t>
            </a:r>
            <a:r>
              <a:rPr sz="1050" b="0">
                <a:solidFill>
                  <a:srgbClr val="6B5D52"/>
                </a:solidFill>
                <a:latin typeface="Malgun Gothic"/>
              </a:rPr>
              <a:t>(의존 DB)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6B5D52"/>
                </a:solidFill>
                <a:latin typeface="Malgun Gothic"/>
              </a:rPr>
              <a:t>Deployment+Service. 볼륨은 emptyDir(실습용). Service명 docpilot-db 가 접속 호스트.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5413248"/>
            <a:ext cx="4434840" cy="822960"/>
          </a:xfrm>
          <a:prstGeom prst="roundRect">
            <a:avLst>
              <a:gd name="adj" fmla="val 100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5504688"/>
            <a:ext cx="4023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호스트 = </a:t>
            </a:r>
            <a:r>
              <a:rPr sz="1100" b="1">
                <a:solidFill>
                  <a:srgbClr val="3A302A"/>
                </a:solidFill>
                <a:latin typeface="Consolas"/>
              </a:rPr>
              <a:t>docpilot-db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Compose의 db 대신 K8s Service명. 이름으로 통신(내부 DNS).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APPLY · VERIFY · PORT-FORWARD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적용 · 상태 확인 · 접속 (⑧~⑩)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⑧ apply · 상태 조회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486400" cy="1920240"/>
          </a:xfrm>
          <a:prstGeom prst="roundRect">
            <a:avLst>
              <a:gd name="adj" fmla="val 476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apply -f k8s/postgres.yaml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apply -f k8s/deployment.yaml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apply -f k8s/service.yaml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get pods -l app=docpilot -w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docpilot-...-abcde  1/1  Running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docpilot-...-fghij  1/1  Running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get deploy,rs,pods,svc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  -l app=docpilot   # READY 2/2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⑨ describe · logs 로 들여다보기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15968"/>
            <a:ext cx="5486400" cy="1600200"/>
          </a:xfrm>
          <a:prstGeom prst="roundRect">
            <a:avLst>
              <a:gd name="adj" fmla="val 5714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480559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480559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480559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773168"/>
            <a:ext cx="5029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POD=$(kubectl get pod -l app=docpilot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-o jsonpath='{.items[0]..name}')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describe pod "$POD"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Scheduled→Pulled→Created→Started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logs "$POD"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Uvicorn running on 0.0.0.0:8000 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⑩ port-forward 로 접속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938528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5624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1228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6831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395728"/>
            <a:ext cx="46634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ClusterIP는 클러스터 내부 전용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kubectl port-forward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 service/docpilot 8080:80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다른 터미널에서: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curl -s localhost:8080/health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{"status":"ok"}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curl -s localhost:8080/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{"message":"Hello, DocPilot"}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kubectl exec "$POD" --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    printenv APP_ENV   # k8s-dev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25196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389120"/>
            <a:ext cx="46177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전 과정 성공 확인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/health → {"status":"ok"},  / → Hello, DocPilot 이 나오면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이미지 → 클러스터 → Deployment → Service → 접속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3A302A"/>
                </a:solidFill>
                <a:latin typeface="Malgun Gothic"/>
              </a:rPr>
              <a:t>전 과정이 성공한 것. (주입 설정 APP_ENV=k8s-dev 은 5주차에서 ConfigMap으로 외부화)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4 · SCALE · SELF-HEALING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4부 · 확장과 자가치유 (⑪~⑬)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⑪ replica 조정 (스케일)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38528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395728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# 복제본을 2 → 4로 늘린다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scale deployment/docpilot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    --replicas=4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get pods -l app=docpilot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3EAE0"/>
                </a:solidFill>
                <a:latin typeface="Consolas"/>
              </a:rPr>
              <a:t>  → Pod 4개로 늘어남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F6D186"/>
                </a:solidFill>
                <a:latin typeface="Consolas"/>
              </a:rPr>
              <a:t>$ kubectl scale deployment/docpilot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50">
                <a:solidFill>
                  <a:srgbClr val="9FD8CB"/>
                </a:solidFill>
                <a:latin typeface="Consolas"/>
              </a:rPr>
              <a:t>    --replicas=2   # 초과분 Terminating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31920"/>
            <a:ext cx="5486400" cy="960120"/>
          </a:xfrm>
          <a:prstGeom prst="roundRect">
            <a:avLst>
              <a:gd name="adj" fmla="val 8571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931920"/>
            <a:ext cx="128016" cy="96012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41648"/>
            <a:ext cx="51206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실무 습관  </a:t>
            </a:r>
            <a:r>
              <a:rPr sz="1100" b="0">
                <a:solidFill>
                  <a:srgbClr val="3A302A"/>
                </a:solidFill>
                <a:latin typeface="Malgun Gothic"/>
              </a:rPr>
              <a:t>파일이 진실의 원천(source of truth).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6B5D52"/>
                </a:solidFill>
                <a:latin typeface="Malgun Gothic"/>
              </a:rPr>
              <a:t>deployment.yaml 의 replicas 를 고치고 kubectl apply 하는 습관을 들이자.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⑬ (선택) 무중단 감 잡기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321808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3A302A"/>
                </a:solidFill>
                <a:latin typeface="Malgun Gothic"/>
              </a:rPr>
              <a:t>반복 요청 중 Pod를 지우면 대부분 200. 간헐적 실패는 아직 </a:t>
            </a:r>
            <a:r>
              <a:rPr sz="1000" b="1">
                <a:solidFill>
                  <a:srgbClr val="D98E6A"/>
                </a:solidFill>
                <a:latin typeface="Consolas"/>
              </a:rPr>
              <a:t>readiness probe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가 없어서 → 5주차에서 해결.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64592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⑫ Pod 삭제 → 자가치유 (하이라이트)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938528"/>
            <a:ext cx="5120640" cy="2331720"/>
          </a:xfrm>
          <a:prstGeom prst="roundRect">
            <a:avLst>
              <a:gd name="adj" fmla="val 3921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2103120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12280" y="2103120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68312" y="2103120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11112" y="2395728"/>
            <a:ext cx="4663440" cy="17830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감시 창 (별도 터미널)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kubectl get pods -l app=docpilot -w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# 다른 터미널에서 Pod 하나 삭제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POD=$(kubectl get pod -l app=docpilot \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   -o jsonpath='{.items[0]..name}')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6D186"/>
                </a:solidFill>
                <a:latin typeface="Consolas"/>
              </a:rPr>
              <a:t>$ kubectl delete pod "$POD"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F3EAE0"/>
                </a:solidFill>
                <a:latin typeface="Consolas"/>
              </a:rPr>
              <a:t>  old   Terminating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  new   ContainerCreating → Running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000">
                <a:solidFill>
                  <a:srgbClr val="9FD8CB"/>
                </a:solidFill>
                <a:latin typeface="Consolas"/>
              </a:rPr>
              <a:t>  → 항상 2개 유지 (desired=2)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434840"/>
            <a:ext cx="5120640" cy="1463040"/>
          </a:xfrm>
          <a:prstGeom prst="roundRect">
            <a:avLst>
              <a:gd name="adj" fmla="val 562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572000"/>
            <a:ext cx="461772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A302A"/>
                </a:solidFill>
                <a:latin typeface="Malgun Gothic"/>
              </a:rPr>
              <a:t>이것이 자가치유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3A302A"/>
                </a:solidFill>
                <a:latin typeface="Malgun Gothic"/>
              </a:rPr>
              <a:t>지운 Pod가 Terminating 되는 즉시 새 Pod가 생성된다.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"desired state = 2개"를 K8s가 계속 지켜준다. Compose엔 없던 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04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5532120" cy="365760"/>
          </a:xfrm>
          <a:prstGeom prst="roundRect">
            <a:avLst>
              <a:gd name="adj" fmla="val 12500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039112"/>
            <a:ext cx="2651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39112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95728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ImagePullBackOff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395728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kind load 재실행 · IfNotPresent 명시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35224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CrashLoopBackOff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935224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logs / logs --previous 로 원인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474720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Pod 계속 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474720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describe Events · get nodes Ready?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14215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kubectl connection refused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014215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config use-context kind-docpilot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53712"/>
            <a:ext cx="5532120" cy="502920"/>
          </a:xfrm>
          <a:prstGeom prst="roundRect">
            <a:avLst>
              <a:gd name="adj" fmla="val 9090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53712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curl 8080 응답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53712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port-forward 살아있나 · Running?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7"/>
            <a:ext cx="2606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Consolas"/>
              </a:rPr>
              <a:t>/documents 가 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093207"/>
            <a:ext cx="2788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950" b="0">
                <a:solidFill>
                  <a:srgbClr val="3A302A"/>
                </a:solidFill>
                <a:latin typeface="Malgun Gothic"/>
              </a:rPr>
              <a:t>docpilot-db Running · DATABASE_URL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86400"/>
            <a:ext cx="5532120" cy="685800"/>
          </a:xfrm>
          <a:prstGeom prst="roundRect">
            <a:avLst>
              <a:gd name="adj" fmla="val 1066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5800" y="548640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51663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디버깅 3종  </a:t>
            </a:r>
            <a:r>
              <a:rPr sz="1000" b="1">
                <a:solidFill>
                  <a:srgbClr val="3A302A"/>
                </a:solidFill>
                <a:latin typeface="Consolas"/>
              </a:rPr>
              <a:t>get(무엇이) → describe(왜, Events) → logs(앱이 뭐라)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62763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 (week04/ 제출)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011680"/>
            <a:ext cx="4983480" cy="1828800"/>
          </a:xfrm>
          <a:prstGeom prst="roundRect">
            <a:avLst>
              <a:gd name="adj" fmla="val 4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130552"/>
            <a:ext cx="45720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get deploy,rs,pods,svc 출력 (2/2)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describe pod 의 Events 섹션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curl /health · / 결과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자가치유 증빙 (get pods -w 화면)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5.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k8s/*.yaml 4개 파일</a:t>
            </a:r>
          </a:p>
          <a:p>
            <a:pPr algn="l">
              <a:lnSpc>
                <a:spcPct val="104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3A302A"/>
                </a:solidFill>
                <a:latin typeface="Malgun Gothic"/>
              </a:rPr>
              <a:t>6. </a:t>
            </a:r>
            <a:r>
              <a:rPr sz="1050" b="0">
                <a:solidFill>
                  <a:srgbClr val="3A302A"/>
                </a:solidFill>
                <a:latin typeface="Malgun Gothic"/>
              </a:rPr>
              <a:t>회고 3~5줄: Compose 대비 얻은 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95935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306824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kind 클러스터 · nodes Ready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4306824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build 0.3.0 · kind load 주입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690872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Deployment + Service apply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690872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get/describe/logs 조회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074920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port-forward /health · 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074920"/>
            <a:ext cx="2514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1000" b="0">
                <a:solidFill>
                  <a:srgbClr val="3A302A"/>
                </a:solidFill>
                <a:latin typeface="Malgun Gothic"/>
              </a:rPr>
              <a:t>scale · Pod 삭제 자가치유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5532120"/>
            <a:ext cx="4983480" cy="777240"/>
          </a:xfrm>
          <a:prstGeom prst="roundRect">
            <a:avLst>
              <a:gd name="adj" fmla="val 10588"/>
            </a:avLst>
          </a:prstGeom>
          <a:solidFill>
            <a:srgbClr val="E0B15E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5623560"/>
            <a:ext cx="4663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다음 주 → Week 05  Kubernetes 심화 · 운영형 배포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3A302A"/>
                </a:solidFill>
                <a:latin typeface="Malgun Gothic"/>
              </a:rPr>
              <a:t>ConfigMap/Secret · liveness/readiness probe · HPA · Ingress · rollout ·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