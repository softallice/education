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3716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173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1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D98E6A"/>
                </a:solidFill>
                <a:latin typeface="Malgun Gothic"/>
              </a:rPr>
              <a:t>Week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33472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>
                <a:solidFill>
                  <a:srgbClr val="3A302A"/>
                </a:solidFill>
                <a:latin typeface="Malgun Gothic"/>
              </a:rPr>
              <a:t>기초 → 운영형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564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5D52"/>
                </a:solidFill>
                <a:latin typeface="Malgun Gothic"/>
              </a:rPr>
              <a:t>쿠버네티스 심화 · 설정 외부화 · 무중단 롤아웃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14800"/>
            <a:ext cx="9692640" cy="1097280"/>
          </a:xfrm>
          <a:prstGeom prst="roundRect">
            <a:avLst>
              <a:gd name="adj" fmla="val 7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114800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61104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500" b="0">
                <a:solidFill>
                  <a:srgbClr val="3A302A"/>
                </a:solidFill>
                <a:latin typeface="Malgun Gothic"/>
              </a:rPr>
              <a:t>하드코딩 배포를 운영형 배포로 끌어올린다.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6B5D52"/>
                </a:solidFill>
                <a:latin typeface="Malgun Gothic"/>
              </a:rPr>
              <a:t>week04의 docpilot에 설정 외부화 · 헬스체크 · 오토스케일링 · Ingress · 무중단 롤아웃/롤백을 붙인다.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K8s 배포(하드코딩)  →  운영형 배포(외부화·무중단)</a:t>
            </a:r>
            <a:r>
              <a:rPr sz="1200" b="1">
                <a:solidFill>
                  <a:srgbClr val="D98E6A"/>
                </a:solidFill>
                <a:latin typeface="Malgun Gothic"/>
              </a:rPr>
              <a:t>  ┃ 블록1 끝 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704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블록 1 미니 과제 주차 —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"설정이 외부화되고 무중단으로 배포되는 서비스"가 블록 1의 결승선.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029968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299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874519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왜 설정을 외부화하나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12-Factor의 config — 코드/이미지와 설정을 분리하는 이유를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029968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0299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874519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ConfigMap vs Secret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비밀 아님(ConfigMap)과 민감정보(Secret)를 구분해 사용한다.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98648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898648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145536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1455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2990088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liveness / readiness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두 probe의 차이를 알고 /health 에 연결한다.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898648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2898648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145536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1455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990088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resources requests/limits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requests가 HPA 사용률 계산의 전제인 이유를 설명한다.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014215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014215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4261104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26110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105655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HPA 오토스케일링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CPU 부하에 따라 Pod가 자동으로 늘고 주는 것을 관찰한다.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014215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014215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4261104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26110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105655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Ingress 도메인 노출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Ingress로 docpilot을 도메인으로 노출한다.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129784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5800" y="5129784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8408" y="5376672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37667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73352" y="5221224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무중단 롤아웃/롤백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kubectl rollout 으로 무중단 롤아웃·롤백을 수행한다.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5129784"/>
            <a:ext cx="5212080" cy="1024128"/>
          </a:xfrm>
          <a:prstGeom prst="roundRect">
            <a:avLst>
              <a:gd name="adj" fmla="val 80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63640" y="5129784"/>
            <a:ext cx="128016" cy="102412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56248" y="5376672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537667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1192" y="5221224"/>
            <a:ext cx="40599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A302A"/>
                </a:solidFill>
                <a:latin typeface="Malgun Gothic"/>
              </a:rPr>
              <a:t>GitHub Actions CI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80" b="0">
                <a:solidFill>
                  <a:srgbClr val="6B5D52"/>
                </a:solidFill>
                <a:latin typeface="Malgun Gothic"/>
              </a:rPr>
              <a:t>이미지 빌드·푸시 워크플로우를 작성하고 결과를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설정 외부화 — 12-Factor의 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48640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38528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48256"/>
            <a:ext cx="51206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"설정은 환경에 저장하라." 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환경별로 달라지는 값은 밖에서 주입한다.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Consolas"/>
              </a:rPr>
              <a:t>ConfigMap  </a:t>
            </a:r>
            <a:r>
              <a:rPr sz="1000" b="0">
                <a:solidFill>
                  <a:srgbClr val="6B5D52"/>
                </a:solidFill>
                <a:latin typeface="Malgun Gothic"/>
              </a:rPr>
              <a:t>비밀 아닌 설정(APP_ENV, LOG_LEVEL)   </a:t>
            </a:r>
            <a:r>
              <a:rPr sz="1100" b="1">
                <a:solidFill>
                  <a:srgbClr val="3A302A"/>
                </a:solidFill>
                <a:latin typeface="Consolas"/>
              </a:rPr>
              <a:t>Secret  </a:t>
            </a:r>
            <a:r>
              <a:rPr sz="1000" b="0">
                <a:solidFill>
                  <a:srgbClr val="6B5D52"/>
                </a:solidFill>
                <a:latin typeface="Malgun Gothic"/>
              </a:rPr>
              <a:t>민감정보(DB 비밀번호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10128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19856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⚠ Secret은 암호화가 아니라 인코딩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base64는 누구나 되돌린다. secret.yaml 은 git에 커밋하지 않는다(.gitignore).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708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헬스체크 — probe (컨테이너 상태 판단)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81728"/>
            <a:ext cx="548640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6459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probe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709160"/>
            <a:ext cx="21945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실패하면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70916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docpilot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4748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47488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Consolas"/>
              </a:rPr>
              <a:t>liveness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047488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컨테이너 재시작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04748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/health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68696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68696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Consolas"/>
              </a:rPr>
              <a:t>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568696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Service 대상서 제외(트래픽 차단)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568696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5D52"/>
                </a:solidFill>
                <a:latin typeface="Malgun Gothic"/>
              </a:rPr>
              <a:t>③~⑦ 운영 요소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1938528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1938528"/>
            <a:ext cx="109728" cy="77724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20116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③ resources (requests/limits)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requests=최소 보장·HPA 사용률 기준, limits=상한(초과 시 throttle/OOMKill).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78892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55080" y="2788920"/>
            <a:ext cx="109728" cy="77724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286207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④ HPA 오토스케일링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지표(CPU)로 replicas 자동 조정. 지표 수집엔 metrics-server 필요(kind 미설치).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639312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55080" y="3639312"/>
            <a:ext cx="109728" cy="77724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3712464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⑤ Ingress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클러스터 밖 HTTP를 내부 Service로 라우팅하는 L7 진입점. 처리하려면 Ingress Controller(ingress-nginx).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4489704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55080" y="4489704"/>
            <a:ext cx="109728" cy="77724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4562856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⑥ 롤아웃 / 롤백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RollingUpdate로 Pod 점진 교체. maxUnavailable/maxSurge로 가용성 통제, 문제 시 이전 리비전 롤백.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5340096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55080" y="5340096"/>
            <a:ext cx="109728" cy="777240"/>
          </a:xfrm>
          <a:prstGeom prst="roundRect">
            <a:avLst>
              <a:gd name="adj" fmla="val 33333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5413248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⑦ CI / CD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CI=push마다 빌드·이미지 생성(오늘 GitHub Actions). CD=이미지 자동 배포(개념만).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— week04 산출물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week04를 마친 상태에서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kind-docpilot 클러스터 살아있음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week04의 클러스터·매니페스트를 그대로 이어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docpilot Pod 2개 Running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app=docpilot 복제본 2개 (week04 Deployment)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docpilot-db Pod 1개 Running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app=docpilot-db (의존 PostgreSQL)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kind-cluster.yaml 포트 매핑(80/443)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없이 만들었으면 Ingress 실습 위해 클러스터 재생성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클러스터 상태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11680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22007" y="2176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78040" y="2176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4071" y="2176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468880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컨텍스트 확인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kubectl config use-context \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kind-docpilot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docpilot Pod 2개 Running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kubectl get pods -l app=docpilot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DB Pod 1개 Running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kubectl get pods -l app=docpilot-db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343400"/>
            <a:ext cx="4754880" cy="1600200"/>
          </a:xfrm>
          <a:prstGeom prst="roundRect">
            <a:avLst>
              <a:gd name="adj" fmla="val 514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4343400"/>
            <a:ext cx="128016" cy="160020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462272"/>
            <a:ext cx="4343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⚠ 포트 매핑을 안 넣었다면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kind-cluster.yaml 의 80/443 매핑은 클러스터 생성 시점에만 지정 가능. Ingress 실습(4부)을 위해 week04 1부를 다시 수행해 클러스터를 재생성하고 이미지 재로드·매니페스트 재적용 후 오자.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HANDS-ON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단계별 따라하기 (1~16단계)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3493008" cy="457200"/>
          </a:xfrm>
          <a:prstGeom prst="roundRect">
            <a:avLst>
              <a:gd name="adj" fmla="val 16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3172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설정 외부화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3172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331720"/>
            <a:ext cx="109728" cy="1600200"/>
          </a:xfrm>
          <a:prstGeom prst="roundRect">
            <a:avLst>
              <a:gd name="adj" fmla="val 33333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441448"/>
            <a:ext cx="303580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① ConfigMap 작성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② Secret 작성(stringData)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③④ Deployment·DB 리팩터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783080"/>
            <a:ext cx="3493008" cy="457200"/>
          </a:xfrm>
          <a:prstGeom prst="roundRect">
            <a:avLst>
              <a:gd name="adj" fmla="val 16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828800"/>
            <a:ext cx="3172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probe · 리소스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33172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5968" y="2331720"/>
            <a:ext cx="109728" cy="160020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2441448"/>
            <a:ext cx="303580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⑤ probe/resources 확인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⑥ readiness 트래픽 차단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→ 무중단의 핵심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1783080"/>
            <a:ext cx="3493008" cy="457200"/>
          </a:xfrm>
          <a:prstGeom prst="roundRect">
            <a:avLst>
              <a:gd name="adj" fmla="val 16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5" y="1828800"/>
            <a:ext cx="3172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HPA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6136" y="233172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46136" y="2331720"/>
            <a:ext cx="109728" cy="160020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2441448"/>
            <a:ext cx="303580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⑦ metrics-server 설치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⑧ hpa.yaml 작성·적용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⑨ 부하→스케일 아웃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69080"/>
            <a:ext cx="3493008" cy="457200"/>
          </a:xfrm>
          <a:prstGeom prst="roundRect">
            <a:avLst>
              <a:gd name="adj" fmla="val 16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14800"/>
            <a:ext cx="3172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4부. Ingress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1772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9728" cy="160020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727448"/>
            <a:ext cx="303580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⑩ ingress-nginx 설치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⑪ ingress.yaml 작성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⑫ 도메인 접속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4069080"/>
            <a:ext cx="3493008" cy="457200"/>
          </a:xfrm>
          <a:prstGeom prst="roundRect">
            <a:avLst>
              <a:gd name="adj" fmla="val 16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114800"/>
            <a:ext cx="3172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5부. 롤아웃/롤백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461772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15968" y="4617720"/>
            <a:ext cx="109728" cy="160020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4727448"/>
            <a:ext cx="303580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⑬ 새 버전 0.5.0 빌드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⑭ set image → 롤아웃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⑮ rollout undo 롤백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136" y="4069080"/>
            <a:ext cx="3493008" cy="457200"/>
          </a:xfrm>
          <a:prstGeom prst="roundRect">
            <a:avLst>
              <a:gd name="adj" fmla="val 16000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9015" y="4114800"/>
            <a:ext cx="3172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6부. CI/CD 맛보기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6136" y="461772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46136" y="4617720"/>
            <a:ext cx="109728" cy="1600200"/>
          </a:xfrm>
          <a:prstGeom prst="roundRect">
            <a:avLst>
              <a:gd name="adj" fmla="val 33333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8744" y="4727448"/>
            <a:ext cx="303580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⑯ GitHub Actions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docker-build.yml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GHCR 이미지 푸시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EXTERNALIZE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ConfigMap / Secret (①~④)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① ConfigMap   ② Secret(stringData=평문→자동 base64)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4023360"/>
          </a:xfrm>
          <a:prstGeom prst="roundRect">
            <a:avLst>
              <a:gd name="adj" fmla="val 227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k8s/configmap.yaml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apiVersion: v1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kind: ConfigMap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metadata: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name: docpilot-config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data: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APP_ENV: "k8s-prod"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LOG_LEVEL: "info"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k8s/secret.yaml  (git 커밋 금지!)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kind: Secret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metadata: { name: docpilot-db-secret 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type: Opaque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stringData: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POSTGRES_USER: "docpilot"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POSTGRES_PASSWORD: "docpilot"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POSTGRES_DB: "docpilot"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DATABASE_URL: "postgresql+psycopg: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//docpilot:docpilot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@docpilot-db:5432/docpilot"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603504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6035040"/>
            <a:ext cx="109728" cy="502920"/>
          </a:xfrm>
          <a:prstGeom prst="roundRect">
            <a:avLst>
              <a:gd name="adj" fmla="val 33333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62472"/>
            <a:ext cx="5532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Consolas"/>
              </a:rPr>
              <a:t>$ echo "k8s/secret.yaml" &gt;&gt; .gitignore</a:t>
            </a:r>
            <a:r>
              <a:rPr sz="950" b="0">
                <a:solidFill>
                  <a:srgbClr val="6B5D52"/>
                </a:solidFill>
                <a:latin typeface="Malgun Gothic"/>
              </a:rPr>
              <a:t>   커밋 방지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③ Deployment 리팩터 — 하드코딩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938528"/>
            <a:ext cx="4754880" cy="3063240"/>
          </a:xfrm>
          <a:prstGeom prst="roundRect">
            <a:avLst>
              <a:gd name="adj" fmla="val 298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2395728"/>
            <a:ext cx="429768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spec: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strategy: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type: RollingUpdate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rollingUpdate: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maxSurge: 1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      maxUnavailable: 0   # 무중단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...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image: docpilot:0.3.0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  envFrom: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- configMapRef: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    name: docpilot-config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  env: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- name: DATABASE_URL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  valueFrom: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    secretKeyRef: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      name: docpilot-db-secret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      key: DATABASE_URL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512064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0840" y="512064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5230368"/>
            <a:ext cx="43891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④ DB도 Secret 참조 + 확인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postgres.yaml 의 env를 secretKeyRef로. apply 후: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Consolas"/>
              </a:rPr>
              <a:t>kubectl exec $POD -- printenv APP_ENV DATABASE_URL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→ APP_ENV=k8s-prod(ConfigMap), DATABASE_URL(Secret)이면 외부화 성공.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PROBES ·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헬스체크와 리소스 (⑤~⑥)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Deployment에 넣은 probe ·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2788920"/>
          </a:xfrm>
          <a:prstGeom prst="roundRect">
            <a:avLst>
              <a:gd name="adj" fmla="val 327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2240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6D186"/>
                </a:solidFill>
                <a:latin typeface="Consolas"/>
              </a:rPr>
              <a:t>resources: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requests:  {cpu: "100m", memory: "128Mi"}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9FD8CB"/>
                </a:solidFill>
                <a:latin typeface="Consolas"/>
              </a:rPr>
              <a:t>    # HPA 사용률 계산의 기준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limits:    {cpu: "500m", memory: "256Mi"}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6D186"/>
                </a:solidFill>
                <a:latin typeface="Consolas"/>
              </a:rPr>
              <a:t>livenessProbe:          # 죽으면 재시작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httpGet: {path: /health, port: 8000}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initialDelaySeconds: 5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periodSeconds: 10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6D186"/>
                </a:solidFill>
                <a:latin typeface="Consolas"/>
              </a:rPr>
              <a:t>readinessProbe:         # 준비돼야 트래픽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httpGet: {path: /health, port: 8000}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initialDelaySeconds: 3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19">
                <a:solidFill>
                  <a:srgbClr val="F3EAE0"/>
                </a:solidFill>
                <a:latin typeface="Consolas"/>
              </a:rPr>
              <a:t>  periodSeconds: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⑤ 붙었는지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84648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534924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534924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534924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641848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kubectl describe deployment docpilot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| grep -A3 -E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"Liveness|Readiness|Limits|Requests"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  # 값이 보이면 통과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⑥ readiness가 트래픽을 막는지 체감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38528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395728"/>
            <a:ext cx="4297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port-forward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service/docpilot 8080:80 &amp;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초당 요청 중 Pod 하나 삭제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for i in $(seq 1 40); do curl -s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-o /dev/null -w "%{http_code} "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localhost:8080/health; sleep .25; done &amp;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delete pod "$POD"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200 200 200 200 200 ... 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389120"/>
            <a:ext cx="4754880" cy="2011680"/>
          </a:xfrm>
          <a:prstGeom prst="roundRect">
            <a:avLst>
              <a:gd name="adj" fmla="val 409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526280"/>
            <a:ext cx="42519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readiness = 무중단의 핵심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week04의 간헐 실패는 새 Pod로 트래픽이 성급히 흘러서 생겼다.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readiness 통과 전 Pod는 Service 대상에서 빠지므로, 준비 안 된 Pod로 트래픽이 안 간다 → 출력이 전부 200.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AUTOSCALING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오토스케일링 HPA (⑦~⑨)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⑦ metrics-server 설치 (kind 패치)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2514600"/>
          </a:xfrm>
          <a:prstGeom prst="roundRect">
            <a:avLst>
              <a:gd name="adj" fmla="val 363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지표 수집기 설치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apply -f https://github.com/\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kubernetes-sigs/metrics-server/\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releases/latest/download/components.yaml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kind: self-signed 인증서 → insecure-tls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patch deployment metrics-server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-n kube-system --type=json -p '[{"op":\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"add","path":".../args/-","value":\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"--kubelet-insecure-tls"}]'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top pods -l app=docpilot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  # CPU/메모리가 숫자로 나오면 성공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5852160" cy="868680"/>
          </a:xfrm>
          <a:prstGeom prst="roundRect">
            <a:avLst>
              <a:gd name="adj" fmla="val 947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57200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81728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왜 requests가 필수?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HPA는 requests 대비 사용률로 계산한다.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requests가 없으면 TARGETS가 &lt;unknown&gt; 으로 표시된다.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D98E6A"/>
                </a:solidFill>
                <a:latin typeface="Consolas"/>
              </a:rPr>
              <a:t>Metrics API not available 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→ 아직 기동 중. 30~60초 대기 후 재시도.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⑧ k8s/hpa.yaml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938528"/>
            <a:ext cx="4754880" cy="3063240"/>
          </a:xfrm>
          <a:prstGeom prst="roundRect">
            <a:avLst>
              <a:gd name="adj" fmla="val 298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2395728"/>
            <a:ext cx="429768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apiVersion: autoscaling/v2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kind: HorizontalPodAutoscaler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metadata: { name: docpilot 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spec: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scaleTargetRef: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kind: Deployment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name: docpilot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minReplicas: 2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maxReplicas: 6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metrics: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- type: Resource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resource: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name: cpu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target: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type: Utilization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averageUtilization: 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5120640"/>
            <a:ext cx="4754880" cy="1280160"/>
          </a:xfrm>
          <a:prstGeom prst="roundRect">
            <a:avLst>
              <a:gd name="adj" fmla="val 6428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5230368"/>
            <a:ext cx="42519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⑨ 부하 → 스케일 아웃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kubectl run load-generator (busybox wget 루프)로 부하 →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1~3분 안에 REPLICAS 2→3,4… 증가. 부하 제거 후 5분쯤 뒤 minReplicas(2)로 축소.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4 · INGRESS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4부 · Ingress로 도메인 노출 (⑩~⑫)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⑩ ingress-nginx 컨트롤러 설치 (kind)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2011680"/>
          </a:xfrm>
          <a:prstGeom prst="roundRect">
            <a:avLst>
              <a:gd name="adj" fmla="val 454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$ kubectl apply -f https://raw.\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githubusercontent.com/kubernetes/\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ingress-nginx/main/deploy/static/\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provider/kind/deploy.yaml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9FD8CB"/>
                </a:solidFill>
                <a:latin typeface="Consolas"/>
              </a:rPr>
              <a:t># 컨트롤러 준비 대기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$ kubectl wait --namespace ingress-nginx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--for=condition=ready pod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--selector=app.kubernetes.io/\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component=controller --timeout=120s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⑫ 도메인으로 접속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07408"/>
            <a:ext cx="5852160" cy="1965960"/>
          </a:xfrm>
          <a:prstGeom prst="roundRect">
            <a:avLst>
              <a:gd name="adj" fmla="val 465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57200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57200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57200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64608"/>
            <a:ext cx="539496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hosts 등록 (한 번만)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echo "127.0.0.1 docpilot.local"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| sudo tee -a /etc/hosts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curl -s http://docpilot.local/health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{"status":"ok"}   # port-forward 없이!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hosts 수정이 어려우면 Host 헤더로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curl -s -H "Host: docpilot.local"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http://localhost/health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⑪ k8s/ingress.yaml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38528"/>
            <a:ext cx="4754880" cy="2926080"/>
          </a:xfrm>
          <a:prstGeom prst="roundRect">
            <a:avLst>
              <a:gd name="adj" fmla="val 312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395728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apiVersion: networking.k8s.io/v1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kind: Ingress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metadata: { name: docpilot 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spec: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ingressClassName: nginx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rules: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- host: docpilot.local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http: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paths: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- path: /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  pathType: Prefix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  backend: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    service: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      name: docpilot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       port: { number: 80 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98348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5102352"/>
            <a:ext cx="425196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Ingress → Service → Pod 완성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week04에서 노드 80을 호스트 80에 매핑해 뒀으므로 docpilot.local 을 로컬로 가리키면 끝.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이제 port-forward 없이 도메인으로 접속된다.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5 · ROLLOUT ·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5부 · 무중단 롤아웃 / 롤백 (⑬~⑮)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⑬ 새 버전 0.5.0 만들기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main.py root() 응답에 version 추가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return {"message": "Hello, DocPilot",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    "version": "0.5.0"}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docker build -t docpilot:0.5.0 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kind load docker-image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docpilot:0.5.0 --name 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  # 안 하면 ImagePullBackOff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⑭ 롤아웃 수행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78808"/>
            <a:ext cx="5852160" cy="2194560"/>
          </a:xfrm>
          <a:prstGeom prst="roundRect">
            <a:avLst>
              <a:gd name="adj" fmla="val 416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34340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34340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34340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636008"/>
            <a:ext cx="539496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set image deployment/docpilot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docpilot=docpilot:0.5.0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rollout status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deployment/docpilot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  successfully rolled out ✔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curl -s http://docpilot.local/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{..., "version":"0.5.0"}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rollout history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    deployment/docpilot   # REVISION 1,2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⑮ 롤백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38528"/>
            <a:ext cx="4754880" cy="1783080"/>
          </a:xfrm>
          <a:prstGeom prst="roundRect">
            <a:avLst>
              <a:gd name="adj" fmla="val 512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395728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직전 리비전(0.3.0)으로 롤백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rollout undo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deployment/docpilot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kubectl rollout status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deployment/docpilot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curl -s http://docpilot.local/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  # version 필드 사라짐(0.3.0)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특정 리비전: --to-revision=&lt;N&gt;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3886200"/>
            <a:ext cx="4754880" cy="2487168"/>
          </a:xfrm>
          <a:prstGeom prst="roundRect">
            <a:avLst>
              <a:gd name="adj" fmla="val 3308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023360"/>
            <a:ext cx="4251960" cy="2212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무중단을 가능케 한 두 요소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Consolas"/>
              </a:rPr>
              <a:t>readiness probe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새 Pod가 준비될 때까지 트래픽을 안 보낸다.</a:t>
            </a:r>
          </a:p>
          <a:p>
            <a:pPr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Consolas"/>
              </a:rPr>
              <a:t>maxUnavailable: 0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교체 중 사용 불가 Pod 0 → 항상 최소 2개 준비 상태 유지.</a:t>
            </a:r>
          </a:p>
          <a:p>
            <a:pPr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→ 새 Pod 하나 뜨고(readiness 통과) 옛 Pod 하나 지워지는 점진 교체.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6 ·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6부 · GitHub Actions CI 맛보기 (⑯)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⑯ .github/workflows/docker-build.yml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6035040" cy="4434840"/>
          </a:xfrm>
          <a:prstGeom prst="roundRect">
            <a:avLst>
              <a:gd name="adj" fmla="val 206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57784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name: docpilot-image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on: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push: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branches: ["main"]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paths: [main.py, db.py, Dockerfile, ...]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permissions: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contents: read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  packages: write        # GHCR 푸시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jobs: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build-and-push: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runs-on: ubuntu-latest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steps: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- uses: actions/checkout@v4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- uses: docker/login-action@v3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with: {registry: ghcr.io,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  username: ${{ github.actor }},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  password: ${{secrets.GITHUB_TOKEN}}}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- uses: docker/metadata-action@v5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- uses: docker/build-push-action@v6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with: { push: true, ...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276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커밋 · 푸시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938528"/>
            <a:ext cx="4572000" cy="1417320"/>
          </a:xfrm>
          <a:prstGeom prst="roundRect">
            <a:avLst>
              <a:gd name="adj" fmla="val 645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0488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19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395728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git add .github/workflows/\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docker-build.yml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git commit -m "ci: build/push"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git push origin 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520440"/>
            <a:ext cx="4572000" cy="1143000"/>
          </a:xfrm>
          <a:prstGeom prst="roundRect">
            <a:avLst>
              <a:gd name="adj" fmla="val 719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3520440"/>
            <a:ext cx="128016" cy="114300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630168"/>
            <a:ext cx="41605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30" b="0">
                <a:solidFill>
                  <a:srgbClr val="3A302A"/>
                </a:solidFill>
                <a:latin typeface="Malgun Gothic"/>
              </a:rPr>
              <a:t>Actions 탭 워크플로우가 초록불, Packages에 docpilot 이미지가 생기면 성공.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GITHUB_TOKEN으로 별도 시크릿 없이 GHCR 푸시.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4800600"/>
            <a:ext cx="4572000" cy="1572768"/>
          </a:xfrm>
          <a:prstGeom prst="roundRect">
            <a:avLst>
              <a:gd name="adj" fmla="val 5232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4919472"/>
            <a:ext cx="411480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CD는 여기서 개념만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30" b="0">
                <a:solidFill>
                  <a:srgbClr val="3A302A"/>
                </a:solidFill>
                <a:latin typeface="Malgun Gothic"/>
              </a:rPr>
              <a:t>CI = push마다 빌드·이미지 생성.  CD = 이미지 자동 배포.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실제 배포 연결엔 (a) 러너가 kubeconfig 시크릿으로 set image, 또는 (b) Argo CD/Flux GitOps가 필요. 12주차에 다룬다.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05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4688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975104"/>
            <a:ext cx="30175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HPA TARGETS &lt;unknown&gt;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331720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metrics-server·insecure-tls·requests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61487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top: Metrics API n/a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761487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30~60초 대기·TLS 패치 재적용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91255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91255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Ingress 404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191255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Host 헤더 명시·backend 서비스명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21023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Ingress 503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21023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endpoints에 Pod IP·Ready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50791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1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ADDRESS 안 채워짐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050791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컨트롤러 wait·80 포트 매핑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80559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롤아웃 ImagePullBackOff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4480559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kind load docpilot:0.5.0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10327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10327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Secret 반영 안 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910327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kubectl rollout restart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40095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Consolas"/>
              </a:rPr>
              <a:t>probe로 계속 재시작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340095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3A302A"/>
                </a:solidFill>
                <a:latin typeface="Malgun Gothic"/>
              </a:rPr>
              <a:t>path/port·initialDelay·Events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과제 — 블록 1 미니 과제 (week05/)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1956816"/>
            <a:ext cx="4983480" cy="2395728"/>
          </a:xfrm>
          <a:prstGeom prst="roundRect">
            <a:avLst>
              <a:gd name="adj" fmla="val 34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2075688"/>
            <a:ext cx="4572000" cy="2157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설정 외부화 증빙 (configmap/secret/deployment + printenv)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헬스체크·리소스 (describe deployment)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오토스케일링 (get hpa,pods -w REPLICAS 증가·축소)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Ingress (curl docpilot.local/health · get ingress)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5. </a:t>
            </a:r>
            <a:r>
              <a:rPr sz="1000" b="1">
                <a:solidFill>
                  <a:srgbClr val="3A302A"/>
                </a:solidFill>
                <a:latin typeface="Malgun Gothic"/>
              </a:rPr>
              <a:t>무중단 배포 증빙(핵심): 0.3.0→0.5.0 롤아웃 중 전부 200 + rollback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6.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CI/CD: docker-build.yml + Actions 성공 스크린샷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7.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회고: readiness probe·maxUnavailable:0의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48056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80060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ConfigMap/Secret 외부화·하드코딩 제거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80060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secret.yaml .gitignore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09320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liveness/readiness /health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09320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requests/limits 설정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38581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metrics-server·top pods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38581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HPA 스케일 아웃/인 관찰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67842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ingress-nginx·docpilot.local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567842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set image 롤아웃·undo 롤백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971032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롤아웃 중 무중단(전부 200)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5971032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GitHub Actions 빌드·푸시 성공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6053328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6089904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다음 주 → Week 06  LLM API 연동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  (블록 2 시작 · API 키는 오늘의 Secret으로)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