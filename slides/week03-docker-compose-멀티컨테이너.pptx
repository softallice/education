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3716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310896" cy="13716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310896" cy="13716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114800"/>
            <a:ext cx="310896" cy="13716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310896" cy="13716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40" y="640080"/>
            <a:ext cx="1554480" cy="1554480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60" y="1554480"/>
            <a:ext cx="914400" cy="914400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>
            <a:off x="9784080" y="1828800"/>
            <a:ext cx="822960" cy="822960"/>
          </a:xfrm>
          <a:prstGeom prst="teardrop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4173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630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CLOUD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488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D98E6A"/>
                </a:solidFill>
                <a:latin typeface="Malgun Gothic"/>
              </a:rPr>
              <a:t>Week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97480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>
                <a:solidFill>
                  <a:srgbClr val="3A302A"/>
                </a:solidFill>
                <a:latin typeface="Malgun Gothic"/>
              </a:rPr>
              <a:t>Docker Compose 멀티 컨테이너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800600"/>
            <a:ext cx="9692640" cy="1051560"/>
          </a:xfrm>
          <a:prstGeom prst="roundRect">
            <a:avLst>
              <a:gd name="adj" fmla="val 782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4800600"/>
            <a:ext cx="128016" cy="105156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956048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오늘의 한 줄  </a:t>
            </a:r>
            <a:r>
              <a:rPr sz="1500" b="0">
                <a:solidFill>
                  <a:srgbClr val="3A302A"/>
                </a:solidFill>
                <a:latin typeface="Malgun Gothic"/>
              </a:rPr>
              <a:t>앱 혼자서는 서비스가 안 된다.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6B5D52"/>
                </a:solidFill>
                <a:latin typeface="Malgun Gothic"/>
              </a:rPr>
              <a:t>docpilot(web)과 PostgreSQL을 Compose로 함께 띄우고, 문서 메타데이터를 DB에 저장한다.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6053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5D52"/>
                </a:solidFill>
                <a:latin typeface="Malgun Gothic"/>
              </a:rPr>
              <a:t>docpilot 진화:  </a:t>
            </a:r>
            <a:r>
              <a:rPr sz="1200" b="0">
                <a:solidFill>
                  <a:srgbClr val="3A302A"/>
                </a:solidFill>
                <a:latin typeface="Malgun Gothic"/>
              </a:rPr>
              <a:t>단일 컨테이너  →  web + PostgreSQL 멀티 컨테이너</a:t>
            </a:r>
            <a:r>
              <a:rPr sz="1200" b="0">
                <a:solidFill>
                  <a:srgbClr val="6B5D52"/>
                </a:solidFill>
                <a:latin typeface="Malgun Gothic"/>
              </a:rPr>
              <a:t>  (+ /documents 메타 저장 · 볼륨 영속화)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학습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03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02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2880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2880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8" y="2162556"/>
            <a:ext cx="566928" cy="566928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625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193852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컨테이너 네트워크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서비스 이름으로 컨테이너끼리 통신하는 원리를 이해한다.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6248" y="2162556"/>
            <a:ext cx="566928" cy="566928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1625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193852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볼륨으로 데이터 영속화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데이터를 컨테이너 수명과 분리해 유지한다.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4612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3579876"/>
            <a:ext cx="566928" cy="566928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5798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9928" y="335584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환경변수 · 시크릿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설정을 환경에서 주입하고(12-Factor #3) 비밀번호는 코드에 안 넣는다.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24612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324612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56248" y="3579876"/>
            <a:ext cx="566928" cy="566928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798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335584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docker-compose.yml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web + PostgreSQL 16을 한 번에 띄운다.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6344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66344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8" y="4997196"/>
            <a:ext cx="566928" cy="566928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49971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09928" y="477316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healthcheck · depends_on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DB가 준비된 뒤 web이 뜨도록 기동 순서를 맞춘다.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66344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3640" y="466344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56248" y="4997196"/>
            <a:ext cx="566928" cy="566928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49971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77316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/documents 엔드포인트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업로드 메타를 DB에 저장·조회한다.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CONCEPT · NETWORK · VOLUME · 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핵심 개념 3가지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03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03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83080"/>
            <a:ext cx="6537960" cy="1170432"/>
          </a:xfrm>
          <a:prstGeom prst="roundRect">
            <a:avLst>
              <a:gd name="adj" fmla="val 703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128016" cy="1170432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11095"/>
            <a:ext cx="5989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① 컨테이너 네트워크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6B5D52"/>
                </a:solidFill>
                <a:latin typeface="Malgun Gothic"/>
              </a:rPr>
              <a:t>Compose가 프로젝트별 가상 네트워크를 만든다. 같은 네트워크의 컨테이너는 서비스 이름을 호스트명처럼 써서 통신한다. IP는 재시작마다 바뀌지만 이름은 안정적(DNS 역할).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81528"/>
            <a:ext cx="6537960" cy="1170432"/>
          </a:xfrm>
          <a:prstGeom prst="roundRect">
            <a:avLst>
              <a:gd name="adj" fmla="val 703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081528"/>
            <a:ext cx="128016" cy="1170432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09544"/>
            <a:ext cx="5989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② 볼륨 (Volume)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6B5D52"/>
                </a:solidFill>
                <a:latin typeface="Malgun Gothic"/>
              </a:rPr>
              <a:t>컨테이너는 일회용이라 지우면 데이터도 사라진다. 명명된 볼륨(pgdata)에 DB 데이터를 저장해 컨테이너 수명과 분리 → 지웠다 다시 만들어도 데이터 유지.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79976"/>
            <a:ext cx="6537960" cy="1170432"/>
          </a:xfrm>
          <a:prstGeom prst="roundRect">
            <a:avLst>
              <a:gd name="adj" fmla="val 703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4379976"/>
            <a:ext cx="128016" cy="1170432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507992"/>
            <a:ext cx="5989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③ 환경변수 · 시크릿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6B5D52"/>
                </a:solidFill>
                <a:latin typeface="Malgun Gothic"/>
              </a:rPr>
              <a:t>환경마다 다른 값(주소·포트·DB명)은 환경에서 주입(Config). 비밀번호·키는 절대 코드/이미지에 안 넣고 .env로 분리 + .gitignore로 커밋 차단.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66420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5D52"/>
                </a:solidFill>
                <a:latin typeface="Malgun Gothic"/>
              </a:rPr>
              <a:t>한눈에 — 서비스 이름 통신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2029968"/>
            <a:ext cx="4023360" cy="2514600"/>
          </a:xfrm>
          <a:prstGeom prst="roundRect">
            <a:avLst>
              <a:gd name="adj" fmla="val 3636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53528" y="219456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09560" y="219456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65592" y="219456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2487168"/>
            <a:ext cx="35661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[ web (docpilot) ]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        |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>
                <a:solidFill>
                  <a:srgbClr val="9FD8CB"/>
                </a:solidFill>
                <a:latin typeface="Consolas"/>
              </a:rPr>
              <a:t>  DATABASE_URL=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  ...@db:5432/...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>
                <a:solidFill>
                  <a:srgbClr val="9FD8CB"/>
                </a:solidFill>
                <a:latin typeface="Consolas"/>
              </a:rPr>
              <a:t>        v  (이름=db)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[ db (postgres:16) ]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        |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>
                <a:solidFill>
                  <a:srgbClr val="9FD8CB"/>
                </a:solidFill>
                <a:latin typeface="Consolas"/>
              </a:rPr>
              <a:t>  volume: pgdata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709160"/>
            <a:ext cx="4023360" cy="1234440"/>
          </a:xfrm>
          <a:prstGeom prst="roundRect">
            <a:avLst>
              <a:gd name="adj" fmla="val 6666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4828032"/>
            <a:ext cx="36118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철칙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비밀번호를 소스에 적지 않는다. .env는 절대 커밋하지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사전 준비 체크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03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04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지난주(Week 02) 산출물 + 도구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11680"/>
            <a:ext cx="566928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240280"/>
            <a:ext cx="365760" cy="365760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402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103120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A302A"/>
                </a:solidFill>
                <a:latin typeface="Malgun Gothic"/>
              </a:rPr>
              <a:t>컨테이너화된 docpilot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5D52"/>
                </a:solidFill>
                <a:latin typeface="Consolas"/>
              </a:rPr>
              <a:t>Dockerfile · .dockerignore · main.py · requirements.txt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44368"/>
            <a:ext cx="566928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172968"/>
            <a:ext cx="365760" cy="36576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729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035808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A302A"/>
                </a:solidFill>
                <a:latin typeface="Malgun Gothic"/>
              </a:rPr>
              <a:t>Docker + Docker Compose v2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5D52"/>
                </a:solidFill>
                <a:latin typeface="Consolas"/>
              </a:rPr>
              <a:t>docker compose version → v2.x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77056"/>
            <a:ext cx="566928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105656"/>
            <a:ext cx="365760" cy="365760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0565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3968496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A302A"/>
                </a:solidFill>
                <a:latin typeface="Malgun Gothic"/>
              </a:rPr>
              <a:t>프로젝트 디렉터리로 이동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5D52"/>
                </a:solidFill>
                <a:latin typeface="Consolas"/>
              </a:rPr>
              <a:t>cd ~/projects/docpilot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09744"/>
            <a:ext cx="566928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5038344"/>
            <a:ext cx="365760" cy="36576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383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4901183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A302A"/>
                </a:solidFill>
                <a:latin typeface="Malgun Gothic"/>
              </a:rPr>
              <a:t>파일 존재 확인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5D52"/>
                </a:solidFill>
                <a:latin typeface="Consolas"/>
              </a:rPr>
              <a:t>ls → Dockerfile · main.py · requirements.txt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6459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확인 명령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011680"/>
            <a:ext cx="4754880" cy="2286000"/>
          </a:xfrm>
          <a:prstGeom prst="roundRect">
            <a:avLst>
              <a:gd name="adj" fmla="val 40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22007" y="217627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78040" y="217627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34071" y="217627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2468880"/>
            <a:ext cx="4297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$ docker compose version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F3EAE0"/>
                </a:solidFill>
                <a:latin typeface="Consolas"/>
              </a:rPr>
              <a:t>  Docker Compose version v2.x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$ cd ~/projects/docpilot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$ ls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F3EAE0"/>
                </a:solidFill>
                <a:latin typeface="Consolas"/>
              </a:rPr>
              <a:t>  Dockerfile  main.py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F3EAE0"/>
                </a:solidFill>
                <a:latin typeface="Consolas"/>
              </a:rPr>
              <a:t>  requirements.txt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4480560"/>
            <a:ext cx="4754880" cy="1371600"/>
          </a:xfrm>
          <a:prstGeom prst="roundRect">
            <a:avLst>
              <a:gd name="adj" fmla="val 6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720840" y="4480560"/>
            <a:ext cx="128016" cy="137160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617720"/>
            <a:ext cx="43434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주의  </a:t>
            </a:r>
            <a:r>
              <a:rPr sz="1250" b="0">
                <a:solidFill>
                  <a:srgbClr val="3A302A"/>
                </a:solidFill>
                <a:latin typeface="Malgun Gothic"/>
              </a:rPr>
              <a:t>docker compose(공백)는 v2다.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옛 docker-compose(하이픈)는 v1.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1">
                <a:solidFill>
                  <a:srgbClr val="6B5D52"/>
                </a:solidFill>
                <a:latin typeface="Malgun Gothic"/>
              </a:rPr>
              <a:t>→ 가급적 v2를 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HANDS-ON ·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단계별 따라하기 (1~9단계)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03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05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8308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56231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1부. DB 연동 코드 추가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1460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514600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606040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① requirements.txt (SQLAlchemy·psycopg)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47288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447288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38728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② db.py 작성 + Dockerfile COPY db.py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79976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379976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471416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③ main.py 확장 (/documents)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178308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1856231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2부. Compose로 함께 띄우기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251460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15968" y="2514600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2606040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④ .env / .gitignore 확인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3447288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15968" y="3447288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3538728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⑤ docker-compose.yml (web+postgres)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4379976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15968" y="4379976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4471416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⑥ docker compose up --build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46136" y="178308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9016" y="1856231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3부. 확인 · 볼륨 영속화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6136" y="251460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46136" y="2514600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0456" y="2606040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⑦ /documents 테스트 (curl)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46136" y="3447288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946136" y="3447288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0456" y="3538728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⑧ psql로 DB 행 직접 확인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46136" y="4379976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946136" y="4379976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0456" y="4471416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⑨ down → up 데이터 유지 검증 · 커밋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440680"/>
            <a:ext cx="10789920" cy="868680"/>
          </a:xfrm>
          <a:prstGeom prst="roundRect">
            <a:avLst>
              <a:gd name="adj" fmla="val 10526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6968" y="560527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43000" y="560527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399032" y="560527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" y="589788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$ docker compose up --build      # web 이미지 빌드 + db와 함께 기동 (db healthy → web)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CODE · db.py +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db.py 작성 · Dockerfile 갱신 (②)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03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06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37360"/>
            <a:ext cx="6446520" cy="4480560"/>
          </a:xfrm>
          <a:prstGeom prst="roundRect">
            <a:avLst>
              <a:gd name="adj" fmla="val 204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194560"/>
            <a:ext cx="5989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# db.py — DB 연결과 Document 모델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import os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from sqlalchemy import (Column, DateTime,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Integer, String, create_engine, func)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from sqlalchemy.orm import (DeclarativeBase,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sessionmaker)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# 접속 정보는 코드가 아니라 환경변수에서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DATABASE_URL = os.getenv(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"DATABASE_URL",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"postgresql+psycopg://docpilot: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 docpilot@localhost:5432/docpilot")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engine = create_engine(DATABASE_URL,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pool_pre_ping=True)   # 죽은 커넥션 방지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SessionLocal = sessionmaker(bind=engine,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autoflush=False, autocommit=False)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class Base(DeclarativeBase): ...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class Document(Base):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__tablename__ = "documents"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  id / filename / content_type 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  size_bytes / created_at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def init_db():  # 없으면 테이블 생성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Base.metadata.create_all(bind=engine)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69164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Dockerfile 갱신 (필수)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057400"/>
            <a:ext cx="4114800" cy="1417320"/>
          </a:xfrm>
          <a:prstGeom prst="roundRect">
            <a:avLst>
              <a:gd name="adj" fmla="val 5806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2176272"/>
            <a:ext cx="3703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⚠ COPY db.py 를 빠뜨리면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이미지에 db.py가 없어 컨테이너가 </a:t>
            </a:r>
            <a:r>
              <a:rPr sz="1000" b="1">
                <a:solidFill>
                  <a:srgbClr val="3A302A"/>
                </a:solidFill>
                <a:latin typeface="Consolas"/>
              </a:rPr>
              <a:t>ModuleNotFoundError: No module named 'db'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로 즉시 죽는다 (web-1 CrashLoop).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361188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377647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377647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74152" y="377647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4069080"/>
            <a:ext cx="3657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9FD8CB"/>
                </a:solidFill>
                <a:latin typeface="Consolas"/>
              </a:rPr>
              <a:t># Dockerfile — 아래 한 줄 추가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COPY main.py 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COPY db.py .        # ← week03 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5349240"/>
            <a:ext cx="4114800" cy="822960"/>
          </a:xfrm>
          <a:prstGeom prst="roundRect">
            <a:avLst>
              <a:gd name="adj" fmla="val 888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60920" y="5349240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5440680"/>
            <a:ext cx="37490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확인  </a:t>
            </a:r>
            <a:r>
              <a:rPr sz="1100" b="1">
                <a:solidFill>
                  <a:srgbClr val="3A302A"/>
                </a:solidFill>
                <a:latin typeface="Consolas"/>
              </a:rPr>
              <a:t>grep db.py Dockerfile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5D52"/>
                </a:solidFill>
                <a:latin typeface="Malgun Gothic"/>
              </a:rPr>
              <a:t>줄이 있으면 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CODE · main.py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main.py 확장 — /documents (③)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03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07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37360"/>
            <a:ext cx="6446520" cy="4480560"/>
          </a:xfrm>
          <a:prstGeom prst="roundRect">
            <a:avLst>
              <a:gd name="adj" fmla="val 204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194560"/>
            <a:ext cx="5989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# main.py — /documents (메타 DB 저장/조회)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from fastapi import (Depends, FastAPI,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File, HTTPException, UploadFile)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from sqlalchemy import select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from sqlalchemy.orm import Session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from db import Document, SessionLocal, init_db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app = FastAPI(title="docpilot", version="0.3.0")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@app.on_event("startup")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def on_startup(): init_db()  # 테이블 보장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def get_db():  # 요청마다 세션 열고 닫기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db = SessionLocal()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try: yield db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finally: db.close()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@app.post("/documents", status_code=201)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async def upload_document(file=File(...),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  db: Session = Depends(get_db)):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  body = await file.read()  # 크기 계산용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doc = Document(filename=file.filename,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  content_type=file.content_type,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  size_bytes=len(body))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db.add(doc); db.commit(); db.refresh(doc)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return doc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69164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추가되는 엔드포인트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057400"/>
            <a:ext cx="4114800" cy="749808"/>
          </a:xfrm>
          <a:prstGeom prst="roundRect">
            <a:avLst>
              <a:gd name="adj" fmla="val 1097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60920" y="2057400"/>
            <a:ext cx="109728" cy="749808"/>
          </a:xfrm>
          <a:prstGeom prst="roundRect">
            <a:avLst>
              <a:gd name="adj" fmla="val 33333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2139696"/>
            <a:ext cx="3794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Consolas"/>
              </a:rPr>
              <a:t>POST /documents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파일 받아 메타만 DB 저장 → 201 + 객체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2898648"/>
            <a:ext cx="4114800" cy="749808"/>
          </a:xfrm>
          <a:prstGeom prst="roundRect">
            <a:avLst>
              <a:gd name="adj" fmla="val 1097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60920" y="2898648"/>
            <a:ext cx="109728" cy="749808"/>
          </a:xfrm>
          <a:prstGeom prst="roundRect">
            <a:avLst>
              <a:gd name="adj" fmla="val 3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980944"/>
            <a:ext cx="3794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Consolas"/>
              </a:rPr>
              <a:t>GET /documents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저장된 문서 메타 목록(최신순) 배열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3739896"/>
            <a:ext cx="4114800" cy="749808"/>
          </a:xfrm>
          <a:prstGeom prst="roundRect">
            <a:avLst>
              <a:gd name="adj" fmla="val 1097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0920" y="3739896"/>
            <a:ext cx="109728" cy="749808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3822191"/>
            <a:ext cx="3794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Consolas"/>
              </a:rPr>
              <a:t>GET /documents/{id}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단건 조회 · 없으면 404 not found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581144"/>
            <a:ext cx="4114800" cy="749808"/>
          </a:xfrm>
          <a:prstGeom prst="roundRect">
            <a:avLst>
              <a:gd name="adj" fmla="val 1097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60920" y="4581144"/>
            <a:ext cx="109728" cy="749808"/>
          </a:xfrm>
          <a:prstGeom prst="roundRect">
            <a:avLst>
              <a:gd name="adj" fmla="val 33333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4663440"/>
            <a:ext cx="3794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Consolas"/>
              </a:rPr>
              <a:t>GET / · /health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1주차 것 그대로 유지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5440680"/>
            <a:ext cx="4114800" cy="731520"/>
          </a:xfrm>
          <a:prstGeom prst="roundRect">
            <a:avLst>
              <a:gd name="adj" fmla="val 11249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5532120"/>
            <a:ext cx="3703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'메타데이터만' 저장한다.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파일 내용 저장은 8주차 RAG에서.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CODE · docker-compose.yml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docker-compose.yml (④~⑤)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03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08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37360"/>
            <a:ext cx="6537960" cy="4480560"/>
          </a:xfrm>
          <a:prstGeom prst="roundRect">
            <a:avLst>
              <a:gd name="adj" fmla="val 204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194560"/>
            <a:ext cx="60807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# docker-compose.yml — web + PostgreSQL 16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services: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  db: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    image: postgres:16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    environment: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      POSTGRES_USER: ${POSTGRES_USER}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      POSTGRES_PASSWORD: ${POSTGRES_PASSWORD}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      POSTGRES_DB: ${POSTGRES_DB}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    volumes: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      - pgdata:/var/lib/postgresql/data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    healthcheck:      # 진짜 접속 가능할 때까지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      test: ["CMD-SHELL", "pg_isready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        -U ${POSTGRES_USER} -d ${POSTGRES_DB}"]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      interval: 5s; timeout: 3s; retries: 10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    ports: ["5432:5432"]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  web: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    build: .          # Dockerfile로 빌드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    environment: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      DATABASE_URL: ${DATABASE_URL}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    depends_on: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      db: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        condition: service_healthy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    ports: ["8000:8000"]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volumes: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  pgdata:             # 명명된 볼륨 선언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69164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.env (자격증명 분리 · ④)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205740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53528" y="222199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09560" y="222199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65592" y="222199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08392" y="2514600"/>
            <a:ext cx="3566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POSTGRES_USER=docpilot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POSTGRES_PASSWORD=docpilot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POSTGRES_DB=docpilot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DATABASE_URL=postgresql+psycopg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://docpilot:docpilot@db:5432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/docpilot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3977639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52360" y="3977639"/>
            <a:ext cx="128016" cy="960120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4078224"/>
            <a:ext cx="3657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호스트가 </a:t>
            </a:r>
            <a:r>
              <a:rPr sz="1100" b="1">
                <a:solidFill>
                  <a:srgbClr val="D98E6A"/>
                </a:solidFill>
                <a:latin typeface="Consolas"/>
              </a:rPr>
              <a:t>db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  ← localhost 아님!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이게 Compose 서비스 이름(=네트워크 호스트명).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5074920"/>
            <a:ext cx="4023360" cy="1097280"/>
          </a:xfrm>
          <a:prstGeom prst="roundRect">
            <a:avLst>
              <a:gd name="adj" fmla="val 7500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5175504"/>
            <a:ext cx="3611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핵심  </a:t>
            </a:r>
            <a:r>
              <a:rPr sz="1000" b="1">
                <a:solidFill>
                  <a:srgbClr val="3A302A"/>
                </a:solidFill>
                <a:latin typeface="Consolas"/>
              </a:rPr>
              <a:t>depends_on: service_healthy + healthcheck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3A302A"/>
                </a:solidFill>
                <a:latin typeface="Malgun Gothic"/>
              </a:rPr>
              <a:t>없으면 web이 DB보다 먼저 떠서 접속 에러(흔한 함정).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VERIFY · VOLUME PERSISTENCE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실행 확인 · 볼륨 영속화 (⑦~⑨)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03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09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/documents 테스트 (⑦)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5486400" cy="1874519"/>
          </a:xfrm>
          <a:prstGeom prst="roundRect">
            <a:avLst>
              <a:gd name="adj" fmla="val 487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305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305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305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423160"/>
            <a:ext cx="5029200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$ echo "test" &gt; sample.txt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$ curl -F "file=@sample.txt"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http://127.0.0.1:8000/documents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  {"id":1,"filename":"sample.txt",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   "size_bytes":23, ...}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$ curl .../documents      # 목록(배열)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$ curl .../documents/1    # 단건(객체)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psql로 DB 행 직접 확인 (⑧)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446227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446227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9032" y="446227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75488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$ docker compose exec db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psql -U docpilot -d docpilot -c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"SELECT id, filename, size_bytes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 FROM documents;"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>
                <a:solidFill>
                  <a:srgbClr val="9FD8CB"/>
                </a:solidFill>
                <a:latin typeface="Consolas"/>
              </a:rPr>
              <a:t>  1 | sample.txt | 23   ← 방금 올린 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64592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볼륨 영속화 검증 — 이번 주 하이라이트 (⑨)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1965960"/>
            <a:ext cx="5029200" cy="2331720"/>
          </a:xfrm>
          <a:prstGeom prst="roundRect">
            <a:avLst>
              <a:gd name="adj" fmla="val 3921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47688" y="21305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03720" y="21305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59752" y="21305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2" y="2423160"/>
            <a:ext cx="4572000" cy="1783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# 볼륨은 유지 (-v 안 붙임!)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docker compose down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docker compose up -d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curl .../documents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  → 아까 문서가 그대로 조회됨 ✔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docker compose down -v   # 볼륨까지 삭제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docker compose up -d &amp;&amp; curl .../documents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  → []  (빈 배열 — 데이터 사라짐)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434840"/>
            <a:ext cx="5029200" cy="841248"/>
          </a:xfrm>
          <a:prstGeom prst="roundRect">
            <a:avLst>
              <a:gd name="adj" fmla="val 869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46520" y="4434840"/>
            <a:ext cx="109728" cy="841248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526280"/>
            <a:ext cx="4709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커밋  </a:t>
            </a:r>
            <a:r>
              <a:rPr sz="1000" b="1">
                <a:solidFill>
                  <a:srgbClr val="3A302A"/>
                </a:solidFill>
                <a:latin typeface="Consolas"/>
              </a:rPr>
              <a:t>git add Dockerfile main.py db.py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Consolas"/>
              </a:rPr>
              <a:t>requirements.txt docker-compose.yml  </a:t>
            </a:r>
            <a:r>
              <a:rPr sz="1000" b="0">
                <a:solidFill>
                  <a:srgbClr val="6B5D52"/>
                </a:solidFill>
                <a:latin typeface="Malgun Gothic"/>
              </a:rPr>
              <a:t>(.env 제외!)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5394960"/>
            <a:ext cx="5029200" cy="786384"/>
          </a:xfrm>
          <a:prstGeom prst="roundRect">
            <a:avLst>
              <a:gd name="adj" fmla="val 10465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5477256"/>
            <a:ext cx="4709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핵심  </a:t>
            </a:r>
            <a:r>
              <a:rPr sz="1100" b="1">
                <a:solidFill>
                  <a:srgbClr val="3A302A"/>
                </a:solidFill>
                <a:latin typeface="Malgun Gothic"/>
              </a:rPr>
              <a:t>데이터는 컨테이너가 아니라 볼륨에 있었다.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3A302A"/>
                </a:solidFill>
                <a:latin typeface="Malgun Gothic"/>
              </a:rPr>
              <a:t>그래서 컨테이너 수명과 데이터가 분리된다.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TROUBLESHOOTING · ASSIGNMENT ·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트러블슈팅 · 과제 · 다음 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03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10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트러블슈팅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11680"/>
            <a:ext cx="5532120" cy="365760"/>
          </a:xfrm>
          <a:prstGeom prst="roundRect">
            <a:avLst>
              <a:gd name="adj" fmla="val 12500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039112"/>
            <a:ext cx="2651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증상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039112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해결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95728"/>
            <a:ext cx="5532120" cy="502920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95728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web connection refused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395728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depends_on: service_healthy + healthcheck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935224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could not translate 'db'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35224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.env DATABASE_URL 호스트가 db 인지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5532120" cy="502920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74720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password auth failed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474720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POSTGRES_* 와 URL user/pw 일치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14215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port 5432 already in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014215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db ports를 5433:5432 또는 로컬 pg 중지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53712"/>
            <a:ext cx="5532120" cy="502920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53712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코드 고쳤는데 반영 안 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553712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docker compose up --build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93207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down 후 데이터 사라짐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093207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-v 없이 down (볼륨 유지)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6276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이번 주 과제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2011680"/>
            <a:ext cx="4983480" cy="1783080"/>
          </a:xfrm>
          <a:prstGeom prst="roundRect">
            <a:avLst>
              <a:gd name="adj" fmla="val 461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2139696"/>
            <a:ext cx="45720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1. 필수 — </a:t>
            </a:r>
            <a:r>
              <a:rPr sz="1150" b="0">
                <a:solidFill>
                  <a:srgbClr val="3A302A"/>
                </a:solidFill>
                <a:latin typeface="Malgun Gothic"/>
              </a:rPr>
              <a:t>실습 완주 · 볼륨 영속화 증빙</a:t>
            </a:r>
          </a:p>
          <a:p>
            <a:pPr algn="l">
              <a:lnSpc>
                <a:spcPct val="104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   /documents 업로드·목록·단건 조회 동작</a:t>
            </a:r>
          </a:p>
          <a:p>
            <a:pPr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2. 삭제 추가 — </a:t>
            </a:r>
            <a:r>
              <a:rPr sz="1100" b="1">
                <a:solidFill>
                  <a:srgbClr val="3A302A"/>
                </a:solidFill>
                <a:latin typeface="Consolas"/>
              </a:rPr>
              <a:t>DELETE /documents/{id}</a:t>
            </a:r>
          </a:p>
          <a:p>
            <a:pPr algn="l">
              <a:lnSpc>
                <a:spcPct val="104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   있으면 204, 없으면 404 반환</a:t>
            </a:r>
          </a:p>
          <a:p>
            <a:pPr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3. README — </a:t>
            </a:r>
            <a:r>
              <a:rPr sz="1150" b="0">
                <a:solidFill>
                  <a:srgbClr val="3A302A"/>
                </a:solidFill>
                <a:latin typeface="Malgun Gothic"/>
              </a:rPr>
              <a:t>볼륨·healthcheck·.env 이유 정리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9136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5D52"/>
                </a:solidFill>
                <a:latin typeface="Malgun Gothic"/>
              </a:rPr>
              <a:t>핵심 체크리스트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261104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requirements 의존성 추가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261104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db.py + Dockerfile COPY db.py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645152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main.py /documents 구현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4645152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.env 분리 · .gitignore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029200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compose up (web+postgres)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5029200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down→up 데이터 유지 확인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5532120"/>
            <a:ext cx="4983480" cy="777240"/>
          </a:xfrm>
          <a:prstGeom prst="roundRect">
            <a:avLst>
              <a:gd name="adj" fmla="val 10588"/>
            </a:avLst>
          </a:prstGeom>
          <a:solidFill>
            <a:srgbClr val="E0B15E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5623560"/>
            <a:ext cx="46634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다음 주 → Week 4  Kubernetes 배포 기초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kind 로컬 클러스터 · docpilot을 Deployment + Service로 배포 · kubectl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