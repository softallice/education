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298448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441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8E6A"/>
                </a:solidFill>
                <a:latin typeface="Malgun Gothic"/>
              </a:rPr>
              <a:t>Week 06  ·  블록 2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그릇에 지능을 담는다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B5D52"/>
                </a:solidFill>
                <a:latin typeface="Malgun Gothic"/>
              </a:rPr>
              <a:t>— docpilot에 </a:t>
            </a:r>
            <a:r>
              <a:rPr sz="2000" b="1">
                <a:solidFill>
                  <a:srgbClr val="D98E6A"/>
                </a:solidFill>
                <a:latin typeface="Consolas"/>
              </a:rPr>
              <a:t>/chat</a:t>
            </a:r>
            <a:r>
              <a:rPr sz="2000" b="0">
                <a:solidFill>
                  <a:srgbClr val="6B5D52"/>
                </a:solidFill>
                <a:latin typeface="Malgun Gothic"/>
              </a:rPr>
              <a:t> 붙이기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5D52"/>
                </a:solidFill>
                <a:latin typeface="Malgun Gothic"/>
              </a:rPr>
              <a:t>LLM API(OpenAI · Gemini) · 스트리밍(SSE) · 시스템 프롬프트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407408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407408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35424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400" b="0">
                <a:solidFill>
                  <a:srgbClr val="3A302A"/>
                </a:solidFill>
                <a:latin typeface="Malgun Gothic"/>
              </a:rPr>
              <a:t>지금까지 만든 docpilot에 진짜 LLM을 연결해, 문서 도우미가 사람 말로 대답하게 만든다.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week01~05에서 만든 것은 "그릇"이었다. 이제부터 그 그릇에 지능을 담는다.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1441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빈 그릇  →  /chat(생성)</a:t>
            </a:r>
            <a:r>
              <a:rPr sz="1200" b="1">
                <a:solidFill>
                  <a:srgbClr val="D98E6A"/>
                </a:solidFill>
                <a:latin typeface="Malgun Gothic"/>
              </a:rPr>
              <a:t>  ┃ 블록 2 · AI 서비스 시작 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★ 무료 대안 포함 — 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OpenAI 크레딧이 없어도 Gemini(무료 티어) / Ollama(완전 무료·로컬)로 실습을 이어갈 수 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94560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LLM API 동작 원리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인증 → 요청 → 응답, 토큰·비용, 스트리밍의 흐름을 설명한다.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94560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역할과 파라미터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system / user / assistant 역할과 temperature의 효과를 예로 설명한다.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630168"/>
            <a:ext cx="530352" cy="53035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키는 환경변수로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API 키를 환경변수로 안전하게 로드한다(하드코딩 금지).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630168"/>
            <a:ext cx="530352" cy="530352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/chat 엔드포인트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docpilot에 /chat을 추가해 OpenAI를 호출한다.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5065776"/>
            <a:ext cx="530352" cy="530352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스트리밍(SSE)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StreamingResponse로 토큰을 실시간으로 흘려보낸다.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5065776"/>
            <a:ext cx="530352" cy="530352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프로바이더 교체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Gemini / Ollama로 프로바이더를 교체할 수 있는 구조를 만든다.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개념 (요약)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① LLM API란 — HTTP로 호출한다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938528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48256"/>
            <a:ext cx="512064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모델을 직접 돌리지 않고 </a:t>
            </a:r>
            <a:r>
              <a:rPr sz="1100" b="1">
                <a:solidFill>
                  <a:srgbClr val="3A302A"/>
                </a:solidFill>
                <a:latin typeface="Malgun Gothic"/>
              </a:rPr>
              <a:t>HTTPS API</a:t>
            </a:r>
            <a:r>
              <a:rPr sz="1100" b="0">
                <a:solidFill>
                  <a:srgbClr val="3A302A"/>
                </a:solidFill>
                <a:latin typeface="Malgun Gothic"/>
              </a:rPr>
              <a:t>로 호출한다.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인증  </a:t>
            </a:r>
            <a:r>
              <a:rPr sz="980" b="0">
                <a:solidFill>
                  <a:srgbClr val="6B5D52"/>
                </a:solidFill>
                <a:latin typeface="Malgun Gothic"/>
              </a:rPr>
              <a:t>Authorization: Bearer &lt;KEY&gt; (키=돈, 커밋 금지)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요청  </a:t>
            </a:r>
            <a:r>
              <a:rPr sz="980" b="0">
                <a:solidFill>
                  <a:srgbClr val="6B5D52"/>
                </a:solidFill>
                <a:latin typeface="Malgun Gothic"/>
              </a:rPr>
              <a:t>모델명 + messages 배열 + 파라미터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응답  </a:t>
            </a:r>
            <a:r>
              <a:rPr sz="980" b="0">
                <a:solidFill>
                  <a:srgbClr val="6B5D52"/>
                </a:solidFill>
                <a:latin typeface="Malgun Gothic"/>
              </a:rPr>
              <a:t>생성 텍스트 + usage(입력/출력 토큰 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② 토큰과 비용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548640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50208"/>
            <a:ext cx="51206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토큰 </a:t>
            </a:r>
            <a:r>
              <a:rPr sz="980" b="0">
                <a:solidFill>
                  <a:srgbClr val="6B5D52"/>
                </a:solidFill>
                <a:latin typeface="Malgun Gothic"/>
              </a:rPr>
              <a:t>= 텍스트를 자르는 단위. 영어 1토큰≈4글자, 한글 1글자≈1~2토큰.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비용 </a:t>
            </a:r>
            <a:r>
              <a:rPr sz="980" b="0">
                <a:solidFill>
                  <a:srgbClr val="6B5D52"/>
                </a:solidFill>
                <a:latin typeface="Malgun Gothic"/>
              </a:rPr>
              <a:t>= (입력토큰×입력단가) + (출력토큰×출력단가). 소형 모델이 훨씬 저렴.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→ 컨텍스트가 길수록 매 호출 비용↑. RAG(week08)에서 "필요한 조각만" 넣는 이유.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230368"/>
            <a:ext cx="5486400" cy="1005840"/>
          </a:xfrm>
          <a:prstGeom prst="roundRect">
            <a:avLst>
              <a:gd name="adj" fmla="val 8181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40096"/>
            <a:ext cx="5120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③ 스트리밍(SSE) — ChatGPT가 타이핑하듯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토큰을 만들 때마다 조각조각 내려준다. 서버→브라우저는 text/event-stream 응답으로 data: ...\n\n 라인을 계속 흘려보낸다.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27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④ 프롬프트 — messages의 역할(role)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938528"/>
            <a:ext cx="512064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956816"/>
            <a:ext cx="13716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1956816"/>
            <a:ext cx="35661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의미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313432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1343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Consolas"/>
              </a:rPr>
              <a:t>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313432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정체성·규칙·톤을 정한다. 맨 앞 1개.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816352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81635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Consolas"/>
              </a:rPr>
              <a:t>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816352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사용자의 실제 입력.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319272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31927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Consolas"/>
              </a:rPr>
              <a:t>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319272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모델의 이전 답변(히스토리).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913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주요 파라미터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24528"/>
            <a:ext cx="5120640" cy="347472"/>
          </a:xfrm>
          <a:prstGeom prst="roundRect">
            <a:avLst>
              <a:gd name="adj" fmla="val 131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242816"/>
            <a:ext cx="1554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파라미터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242816"/>
            <a:ext cx="3383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감 잡기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599432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599432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Consolas"/>
              </a:rPr>
              <a:t>temperature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599432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30" b="0">
                <a:solidFill>
                  <a:srgbClr val="3A302A"/>
                </a:solidFill>
                <a:latin typeface="Malgun Gothic"/>
              </a:rPr>
              <a:t>0=결정적. 사실 0~0.3, 브레인스토밍 0.7~1.0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5102352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102352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Consolas"/>
              </a:rPr>
              <a:t>max_tokens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5102352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30" b="0">
                <a:solidFill>
                  <a:srgbClr val="3A302A"/>
                </a:solidFill>
                <a:latin typeface="Malgun Gothic"/>
              </a:rPr>
              <a:t>출력 길이 상한. 비용·응답시간 제어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5605272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605272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Consolas"/>
              </a:rPr>
              <a:t>top_p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605272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30" b="0">
                <a:solidFill>
                  <a:srgbClr val="3A302A"/>
                </a:solidFill>
                <a:latin typeface="Malgun Gothic"/>
              </a:rPr>
              <a:t>누적확률 샘플링(temperature 대안)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60807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원칙: </a:t>
            </a:r>
            <a:r>
              <a:rPr sz="1000" b="0">
                <a:solidFill>
                  <a:srgbClr val="6B5D52"/>
                </a:solidFill>
                <a:latin typeface="Malgun Gothic"/>
              </a:rPr>
              <a:t>지시는 구체적으로, 형식은 명시적으로, 예시를 곁들여.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— 키와 실습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준비물 체크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48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week05까지의 docpilot 코드베이스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루트의 main.py · db.py (없으면 week01~05 먼저)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Python 3.12 · 가상환경(venv 또는 uv)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활성화된 상태에서 실습을 진행한다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22776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14215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OpenAI API 키 1개  (필수·기본)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platform.openai.com → API keys → Create ($5면 충분)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93207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46903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(선택) Gemini 키 · Ollama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aistudio.google.com(무료 티어) · ollama.com(완전 무료)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이번 주 흐름 (4교시)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29968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202996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139696"/>
            <a:ext cx="4343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1부. 환경 준비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패키지 설치 → 키를 환경변수로 로드 → 최초 호출(스크립트)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035808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20840" y="303580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145536"/>
            <a:ext cx="4343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2부. /chat (비스트리밍)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docpilot에 /chat 엔드포인트 추가 — 한 번에 답 받기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041648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20840" y="404164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4151376"/>
            <a:ext cx="4343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3부. 스트리밍 + 교체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/chat/stream(SSE) + Gemini/Ollama 프로바이더 교체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5074920"/>
            <a:ext cx="4754880" cy="868680"/>
          </a:xfrm>
          <a:prstGeom prst="roundRect">
            <a:avLst>
              <a:gd name="adj" fmla="val 9473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5184648"/>
            <a:ext cx="4297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작업 디렉터리 = docpilot 프로젝트 루트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키는 소스가 아니라 환경에 둔다 — 로컬은 .env, 배포는 K8s Secret(week05)로 주입.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STEP 0 · PROJECT RESTRUCTURE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0단계 · app/ 패키지 전환 (최초 1회)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72768"/>
            <a:ext cx="10789920" cy="658368"/>
          </a:xfrm>
          <a:prstGeom prst="roundRect">
            <a:avLst>
              <a:gd name="adj" fmla="val 1250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⚠ 이 전환을 하지 않으면 이후 모든 주차의 </a:t>
            </a:r>
            <a:r>
              <a:rPr sz="1200" b="1">
                <a:solidFill>
                  <a:srgbClr val="3A302A"/>
                </a:solidFill>
                <a:latin typeface="Consolas"/>
              </a:rPr>
              <a:t>from app.xxx import ...</a:t>
            </a:r>
            <a:r>
              <a:rPr sz="1200" b="1">
                <a:solidFill>
                  <a:srgbClr val="3A302A"/>
                </a:solidFill>
                <a:latin typeface="Malgun Gothic"/>
              </a:rPr>
              <a:t> 가 실패한다.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   파일이 빠르게 늘어나므로(설정·LLM·RAG·에이전트) 루트 스크립트를 app/ 패키지로 승격한다.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마이그레이션 명령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852160" cy="2651760"/>
          </a:xfrm>
          <a:prstGeom prst="roundRect">
            <a:avLst>
              <a:gd name="adj" fmla="val 344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28712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28712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9032" y="28712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163824"/>
            <a:ext cx="5394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cd ~/projects/docpilot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mkdir -p app &amp;&amp; touch app/__init__.py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루트 main.py → app/main.py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git mv main.py app/main.py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git mv db.py app/db.py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main.py 안의 import 경로 수정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sed -i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's/^from db import/from app.db import/'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app/main.py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86400"/>
            <a:ext cx="5852160" cy="868680"/>
          </a:xfrm>
          <a:prstGeom prst="roundRect">
            <a:avLst>
              <a:gd name="adj" fmla="val 947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548640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77840"/>
            <a:ext cx="5486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Dockerfile · CI도 함께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3A302A"/>
                </a:solidFill>
                <a:latin typeface="Consolas"/>
              </a:rPr>
              <a:t>COPY main.py . / COPY db.py . 두 줄 → </a:t>
            </a:r>
            <a:r>
              <a:rPr sz="960" b="1">
                <a:solidFill>
                  <a:srgbClr val="3A302A"/>
                </a:solidFill>
                <a:latin typeface="Consolas"/>
              </a:rPr>
              <a:t>COPY app ./app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 한 줄. CI 트리거 paths도 app/** 로.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3957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확인 — 서버가 뜨는가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706624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22007" y="28712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78040" y="28712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4071" y="28712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163824"/>
            <a:ext cx="42976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이제부터 실행은 항상 app.main:app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uvicorn app.main:app --reload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다른 터미널에서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curl -s localhost:8000/health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{"status":"ok"}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572000"/>
            <a:ext cx="4754880" cy="1783080"/>
          </a:xfrm>
          <a:prstGeom prst="roundRect">
            <a:avLst>
              <a:gd name="adj" fmla="val 461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4572000"/>
            <a:ext cx="128016" cy="178308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700016"/>
            <a:ext cx="4343400" cy="1536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전환 완료 기준</a:t>
            </a:r>
          </a:p>
          <a:p>
            <a:pPr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</a:pPr>
            <a:r>
              <a:rPr sz="1030" b="0">
                <a:solidFill>
                  <a:srgbClr val="3A302A"/>
                </a:solidFill>
                <a:latin typeface="Malgun Gothic"/>
              </a:rPr>
              <a:t>서버가 뜨고 /health가 week01 정의값 </a:t>
            </a:r>
            <a:r>
              <a:rPr sz="1030" b="1">
                <a:solidFill>
                  <a:srgbClr val="3A302A"/>
                </a:solidFill>
                <a:latin typeface="Consolas"/>
              </a:rPr>
              <a:t>{"status":"ok"}</a:t>
            </a:r>
            <a:r>
              <a:rPr sz="1030" b="0">
                <a:solidFill>
                  <a:srgbClr val="3A302A"/>
                </a:solidFill>
                <a:latin typeface="Malgun Gothic"/>
              </a:rPr>
              <a:t> 를 반환하면 완료.</a:t>
            </a:r>
          </a:p>
          <a:p>
            <a:pPr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최종 정리는 week12에서. 이번 주는 app/ 승격만 하면 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1 ·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패키지 설치 (1단계)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LLM SDK + 설정/환경변수 로딩 도구 설치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1874519"/>
          </a:xfrm>
          <a:prstGeom prst="roundRect">
            <a:avLst>
              <a:gd name="adj" fmla="val 487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가상환경이 활성화된 상태에서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pip install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"openai&gt;=1.40"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"google-genai&gt;=1.0"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"pydantic-settings&gt;=2.0"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"python-dotenv&gt;=1.0"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"sse-starlette&gt;=2.0"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확인 — SDK import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70248"/>
            <a:ext cx="5852160" cy="1417320"/>
          </a:xfrm>
          <a:prstGeom prst="roundRect">
            <a:avLst>
              <a:gd name="adj" fmla="val 645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43484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43484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43484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727448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python -c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"import openai, google.genai;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 print('sdk ok')"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sdk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requirements.txt 에도 추가 (재빌드 반영)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938528"/>
            <a:ext cx="4754880" cy="2148840"/>
          </a:xfrm>
          <a:prstGeom prst="roundRect">
            <a:avLst>
              <a:gd name="adj" fmla="val 42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395728"/>
            <a:ext cx="4297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requirements.txt (기존 + 아래 추가)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openai&gt;=1.40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google-genai&gt;=1.0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pydantic-settings&gt;=2.0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python-dotenv&gt;=1.0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sse-starlette&gt;=2.0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4251960"/>
            <a:ext cx="4754880" cy="1435608"/>
          </a:xfrm>
          <a:prstGeom prst="roundRect">
            <a:avLst>
              <a:gd name="adj" fmla="val 573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4251960"/>
            <a:ext cx="128016" cy="143560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4370832"/>
            <a:ext cx="43434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각 패키지의 역할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openai/google-genai=SDK, pydantic-settings=설정, python-dotenv=.env 로딩, sse-starlette=SSE 헬퍼.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2 ·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키를 환경변수로 (2단계)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.env  (프로젝트 루트 · git 커밋 금지)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3063240"/>
          </a:xfrm>
          <a:prstGeom prst="roundRect">
            <a:avLst>
              <a:gd name="adj" fmla="val 298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.env  (절대 git에 커밋하지 말 것)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OPENAI_API_KEY=sk-...본인_키...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OPENAI_MODEL=gpt-4o-mini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(선택) Gemini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GEMINI_API_KEY=...본인_키...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GEMINI_MODEL=gemini-2.0-flash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프로바이더: openai | gemini | ollama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LLM_PROVIDER=openai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(선택) Ollama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OLLAMA_HOST=http://localhost:11434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OLLAMA_MODEL=llama3.2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20640"/>
            <a:ext cx="585216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512064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230368"/>
            <a:ext cx="54864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.gitignore에 .env 있는지 반드시 확인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0">
                <a:solidFill>
                  <a:srgbClr val="3A302A"/>
                </a:solidFill>
                <a:latin typeface="Consolas"/>
              </a:rPr>
              <a:t>$ grep -qxF ".env" .gitignore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A302A"/>
                </a:solidFill>
                <a:latin typeface="Consolas"/>
              </a:rPr>
              <a:t>    || echo ".env" &gt;&gt; .gitignore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app/config.py — pydantic-settings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938528"/>
            <a:ext cx="4754880" cy="3520440"/>
          </a:xfrm>
          <a:prstGeom prst="roundRect">
            <a:avLst>
              <a:gd name="adj" fmla="val 259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2395728"/>
            <a:ext cx="429768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functools import lru_cache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pydantic_settings import \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    BaseSettings, SettingsConfigDict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class Settings(BaseSettings):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llm_provider: str = "openai"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openai_api_key: str | None = None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openai_model: str = "gpt-4o-mini"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gemini_model: str = "gemini-2.0-flash"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ollama_model: str = "llama3.2"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model_config = SettingsConfigDict(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env_file=".env", extra="ignore")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@lru_cache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def get_settings() -&gt; Settings: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return Settings()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57784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확인 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get_settings()가 provider= openai | key set: True 를 출력하면 .env 로딩 성공.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3 · FIRST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최초 호출 — 손맛 보기 (3단계)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scratch_openai.py  (확인용 임시 스크립트)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6309360" cy="4023360"/>
          </a:xfrm>
          <a:prstGeom prst="roundRect">
            <a:avLst>
              <a:gd name="adj" fmla="val 227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852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from openai import OpenAI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from app.config import get_settings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settings = get_settings()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client = OpenAI(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api_key=settings.openai_api_key)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resp = client.chat.completions.create(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model=settings.openai_model,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messages=[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{"role": "system",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"content": "You are docpilot..."},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{"role": "user",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     "content": "LLM API가 뭔지 한 문장?"},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],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temperature=0.3, max_tokens=200,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)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print(resp.choices[0].message.content)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60">
                <a:solidFill>
                  <a:srgbClr val="9FD8CB"/>
                </a:solidFill>
                <a:latin typeface="Consolas"/>
              </a:rPr>
              <a:t>print(resp.usage)  # 토큰 사용량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62763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938528"/>
            <a:ext cx="4251960" cy="868680"/>
          </a:xfrm>
          <a:prstGeom prst="roundRect">
            <a:avLst>
              <a:gd name="adj" fmla="val 1052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2492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2395728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python scratch_openai.py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971800"/>
            <a:ext cx="4251960" cy="1691640"/>
          </a:xfrm>
          <a:prstGeom prst="roundRect">
            <a:avLst>
              <a:gd name="adj" fmla="val 4864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23760" y="2971800"/>
            <a:ext cx="128016" cy="169164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3090672"/>
            <a:ext cx="3840480" cy="1444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한국어 한 문장 답변 + </a:t>
            </a:r>
            <a:r>
              <a:rPr sz="940" b="1">
                <a:solidFill>
                  <a:srgbClr val="3A302A"/>
                </a:solidFill>
                <a:latin typeface="Consolas"/>
              </a:rPr>
              <a:t>CompletionUsage(prompt_tokens=..., completion_tokens=..., total_tokens=...)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 출력.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→ 인증·요청·응답·토큰을 눈으로 확인한 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4828032"/>
            <a:ext cx="4251960" cy="1133856"/>
          </a:xfrm>
          <a:prstGeom prst="roundRect">
            <a:avLst>
              <a:gd name="adj" fmla="val 7258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493776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에러가 난다면?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트러블슈팅(마지막 장)의 401(키 오타/만료) · 429(크레딧 소진) 항목을 먼저 볼 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LLM MODULE · /chat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 · app/llm.py 와 /chat (4~5단계)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④ app/llm.py — 프로바이더 추상화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4434840"/>
          </a:xfrm>
          <a:prstGeom prst="roundRect">
            <a:avLst>
              <a:gd name="adj" fmla="val 206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Messages = list[dict[str, str]]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DEFAULT_SYSTEM_PROMPT = (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4A78C"/>
                </a:solidFill>
                <a:latin typeface="Consolas"/>
              </a:rPr>
              <a:t>  "You are docpilot, a helpful ...")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def build_messages(user_text, system=None,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                   history=None):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9FD8CB"/>
                </a:solidFill>
                <a:latin typeface="Consolas"/>
              </a:rPr>
              <a:t>  # system → history → user 순서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messages = [{'role':'system',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'content': system or DEFAULT_...}]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if history: messages.extend(history)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messages.append({'role':'user',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'content': user_text})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return messages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async def complete(messages, temperature=0.3):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s = get_settings()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if s.llm_provider == 'openai': ...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9FD8CB"/>
                </a:solidFill>
                <a:latin typeface="Consolas"/>
              </a:rPr>
              <a:t>  # gemini / ollama 로 분기 (stream도 동일)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⑤ /chat 라우트 (비스트리밍)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938528"/>
            <a:ext cx="4754880" cy="3063240"/>
          </a:xfrm>
          <a:prstGeom prst="roundRect">
            <a:avLst>
              <a:gd name="adj" fmla="val 298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2395728"/>
            <a:ext cx="429768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from pydantic import BaseModel, Field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from app import llm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class ChatRequest(BaseModel):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message: str = Field(..., min_length=1,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               max_length=4000)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system: str | None = None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temperature: float = Field(0.3,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             ge=0.0, le=2.0)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@app.post("/chat", response_model=...)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async def chat(req: ChatRequest):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msgs = llm.build_messages(req.message,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            system=req.system)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reply = await llm.complete(msgs,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    temperature=req.temperature)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return ChatResponse(reply, provider)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1206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호출 &amp; 확인 (/docs 에도 노출)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5413248"/>
            <a:ext cx="4754880" cy="960120"/>
          </a:xfrm>
          <a:prstGeom prst="roundRect">
            <a:avLst>
              <a:gd name="adj" fmla="val 9523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7" y="557784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557784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34071" y="557784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587044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$ curl -s -X POST localhost:8000/chat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  -d '{"message":"...","temperature":0.2}'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{"reply":"...", "provider":"openai"}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STREAMING (SSE)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스트리밍 /chat/stream (6~7단계)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⑥ /chat/stream — StreamingResponse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3291840"/>
          </a:xfrm>
          <a:prstGeom prst="roundRect">
            <a:avLst>
              <a:gd name="adj" fmla="val 277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from fastapi.responses import \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    StreamingResponse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@app.post("/chat/stream")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async def chat_stream(req: ChatRequest):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msgs = llm.build_messages(req.message,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            system=req.system)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async def event_generator():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try: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async for piece in llm.stream(msgs):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yield f'data: {piece}\n\n'  # SSE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except Exception as exc: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yield f'event: error\ndata: {exc}\n\n'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finally: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yield 'event: done\ndata: [DONE]\n\n'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return StreamingResponse(event_generator(),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media_type="text/event-stream")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눈으로 확인 (-N = 버퍼링 없이)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938528"/>
            <a:ext cx="4754880" cy="1600200"/>
          </a:xfrm>
          <a:prstGeom prst="roundRect">
            <a:avLst>
              <a:gd name="adj" fmla="val 571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2395728"/>
            <a:ext cx="4297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$ curl -N -X POST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  localhost:8000/chat/stream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-d '{"message":"핵심 3가지 설명"}'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data: 클  data: 라  data: 우드 ...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60">
                <a:solidFill>
                  <a:srgbClr val="9FD8CB"/>
                </a:solidFill>
                <a:latin typeface="Consolas"/>
              </a:rPr>
              <a:t>  event: done  data: [DONE]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657600"/>
            <a:ext cx="4754880" cy="1234440"/>
          </a:xfrm>
          <a:prstGeom prst="roundRect">
            <a:avLst>
              <a:gd name="adj" fmla="val 666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767328"/>
            <a:ext cx="42976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⚠ SSE는 줄바꿈에 취약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data: 프레임에 \n이 있으면 깨진다. 프로덕션은 조각을 json.dumps로 감싸거나 sse-starlette의 EventSourceResponse 사용(과제).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5029200"/>
            <a:ext cx="4754880" cy="1325880"/>
          </a:xfrm>
          <a:prstGeom prst="roundRect">
            <a:avLst>
              <a:gd name="adj" fmla="val 620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20840" y="5029200"/>
            <a:ext cx="128016" cy="132588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5138928"/>
            <a:ext cx="4297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⑦ 브라우저에서 소비 (선택)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static/chat.html에서 fetch 스트림을 reader로 읽어 data: 라인을 이어 붙이면 타이핑되듯 그려진다.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SWAP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프로바이더 교체 (8~9단계)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⑧ Gemini — 환경변수만 바꾼다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1600200"/>
          </a:xfrm>
          <a:prstGeom prst="roundRect">
            <a:avLst>
              <a:gd name="adj" fmla="val 571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.env 에서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LLM_PROVIDER=gemini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GEMINI_API_KEY=...본인_키...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GEMINI_MODEL=gemini-2.0-flash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서버 재시작 후 동일 호출 → provider=gemini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5852160" cy="1097280"/>
          </a:xfrm>
          <a:prstGeom prst="roundRect">
            <a:avLst>
              <a:gd name="adj" fmla="val 7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128016" cy="109728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767328"/>
            <a:ext cx="54864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추상화의 이점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코드는 그대로 두고 LLM_PROVIDER만 바꿔 다른 회사 모델로 전환. /chat, /chat/stream 둘 다 코드 변경 없이 동작한다.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5852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Docker로 docpilot 실행 시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컨테이너 안 localhost는 호스트가 아니다. </a:t>
            </a:r>
            <a:r>
              <a:rPr sz="940" b="1">
                <a:solidFill>
                  <a:srgbClr val="3A302A"/>
                </a:solidFill>
                <a:latin typeface="Consolas"/>
              </a:rPr>
              <a:t>OLLAMA_HOST=http://host.docker.internal:11434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(Mac/Win) 또는 호스트 IP를 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⑨ Ollama — 완전 무료 · 로컬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938528"/>
            <a:ext cx="4754880" cy="2331720"/>
          </a:xfrm>
          <a:prstGeom prst="roundRect">
            <a:avLst>
              <a:gd name="adj" fmla="val 392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6872" y="2395728"/>
            <a:ext cx="429768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1) 설치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curl -fsSL https://ollama.com/\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 install.sh | sh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2) 소형 모델 받기 (약 2GB)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ollama pull llama3.2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3) 동작 확인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ollama run llama3.2 "say hello"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438912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22007" y="455371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78040" y="455371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34071" y="455371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4846320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9FD8CB"/>
                </a:solidFill>
                <a:latin typeface="Consolas"/>
              </a:rPr>
              <a:t># .env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LLM_PROVIDER=ollama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OLLAMA_HOST=http://localhost:11434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OLLAMA_MODEL=llama3.2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71500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확인 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인터넷/키 없이 로컬 모델이 스트리밍으로 답한다(첫 호출은 로딩으로 몇 초 지연).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06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53212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2286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75104"/>
            <a:ext cx="31546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401 AuthenticationError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.env의 키·오타/만료 확인, 새 키 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61487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429 insufficient_quota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61487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잔액·결제 확인, 급하면 ollama로 전환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91255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91255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429 rate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91255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잠시 대기·지수 백오프 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21023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model_not_found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621023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OPENAI_MODEL을 유효한 이름으로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50791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50791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스트리밍 한 번에 몰림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050791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X-Accel-Buffering:no, curl -N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80559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SSE 줄바꿈 깨짐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480559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json.dumps로 감싸거나 sse-starlette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10327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10327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한글 \uXXXX 표시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910327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확인용일 뿐, 실제 문자열은 정상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40095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Ollama connection refused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340095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ollama serve, HOST 확인(컨테이너면 host.docker.internal)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769863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769863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Consolas"/>
              </a:rPr>
              <a:t>키가 커밋될 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769863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3A302A"/>
                </a:solidFill>
                <a:latin typeface="Malgun Gothic"/>
              </a:rPr>
              <a:t>.env를 .gitignore에(이미 커밋 시 키 폐기·재발급)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 (week06/)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1956816"/>
            <a:ext cx="4983480" cy="2286000"/>
          </a:xfrm>
          <a:prstGeom prst="roundRect">
            <a:avLst>
              <a:gd name="adj" fmla="val 359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2075688"/>
            <a:ext cx="4572000" cy="2048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1. </a:t>
            </a:r>
            <a:r>
              <a:rPr sz="980" b="0">
                <a:solidFill>
                  <a:srgbClr val="3A302A"/>
                </a:solidFill>
                <a:latin typeface="Malgun Gothic"/>
              </a:rPr>
              <a:t>필수 — /chat·/chat/stream 추가, 실제 응답 스크린샷/로그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2. </a:t>
            </a:r>
            <a:r>
              <a:rPr sz="980" b="1">
                <a:solidFill>
                  <a:srgbClr val="3A302A"/>
                </a:solidFill>
                <a:latin typeface="Malgun Gothic"/>
              </a:rPr>
              <a:t>필수 — .env가 .gitignore에, 키가 커밋 안 됐음 증빙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3. </a:t>
            </a:r>
            <a:r>
              <a:rPr sz="980" b="0">
                <a:solidFill>
                  <a:srgbClr val="3A302A"/>
                </a:solidFill>
                <a:latin typeface="Malgun Gothic"/>
              </a:rPr>
              <a:t>도전 — SSE 프레임을 json.dumps(ensure_ascii=False)로 안전하게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4. </a:t>
            </a:r>
            <a:r>
              <a:rPr sz="980" b="0">
                <a:solidFill>
                  <a:srgbClr val="3A302A"/>
                </a:solidFill>
                <a:latin typeface="Malgun Gothic"/>
              </a:rPr>
              <a:t>도전 — system 프롬프트 2가지 성격 비교 + temperature 0.0 vs 1.0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5. </a:t>
            </a:r>
            <a:r>
              <a:rPr sz="980" b="0">
                <a:solidFill>
                  <a:srgbClr val="3A302A"/>
                </a:solidFill>
                <a:latin typeface="Malgun Gothic"/>
              </a:rPr>
              <a:t>분석 — OpenAI/Gemini/Ollama 품질·속도·비용 표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3891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709160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SDK 설치·requirements.txt 반영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709160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.env 로드·.gitignore(하드코딩 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001768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app/config.py Settings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001768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app/llm.py 추상화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294376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/chat 비스트리밍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5294376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/chat/stream SSE 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586984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LLM_PROVIDER 교체 성공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5586984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system·temperature 관찰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6053328"/>
            <a:ext cx="5532120" cy="475488"/>
          </a:xfrm>
          <a:prstGeom prst="roundRect">
            <a:avLst>
              <a:gd name="adj" fmla="val 15384"/>
            </a:avLst>
          </a:prstGeom>
          <a:solidFill>
            <a:srgbClr val="9FD8CB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6089904"/>
            <a:ext cx="5212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다음 주 → Week 07  멀티모달과 Hugging Face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  (임베딩 → week08 RAG 재료)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6053328"/>
            <a:ext cx="4983480" cy="475488"/>
          </a:xfrm>
          <a:prstGeom prst="roundRect">
            <a:avLst>
              <a:gd name="adj" fmla="val 15384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6089904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Consolas"/>
              </a:rPr>
              <a:t>/chat(생성)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 + week07 임베딩 → week08 </a:t>
            </a:r>
            <a:r>
              <a:rPr sz="1050" b="1">
                <a:solidFill>
                  <a:srgbClr val="3A302A"/>
                </a:solidFill>
                <a:latin typeface="Consolas"/>
              </a:rPr>
              <a:t>/ask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(검색증강)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